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90" r:id="rId4"/>
    <p:sldId id="269" r:id="rId5"/>
    <p:sldId id="313" r:id="rId6"/>
    <p:sldId id="314" r:id="rId7"/>
    <p:sldId id="315" r:id="rId8"/>
    <p:sldId id="274" r:id="rId9"/>
    <p:sldId id="270" r:id="rId10"/>
    <p:sldId id="272" r:id="rId11"/>
    <p:sldId id="312" r:id="rId12"/>
    <p:sldId id="311" r:id="rId13"/>
    <p:sldId id="271" r:id="rId14"/>
    <p:sldId id="288" r:id="rId15"/>
    <p:sldId id="283" r:id="rId16"/>
    <p:sldId id="284" r:id="rId17"/>
    <p:sldId id="289" r:id="rId18"/>
    <p:sldId id="286" r:id="rId19"/>
    <p:sldId id="275" r:id="rId20"/>
    <p:sldId id="276" r:id="rId21"/>
    <p:sldId id="277" r:id="rId22"/>
    <p:sldId id="278" r:id="rId23"/>
    <p:sldId id="279" r:id="rId24"/>
    <p:sldId id="287" r:id="rId25"/>
    <p:sldId id="281" r:id="rId26"/>
    <p:sldId id="309" r:id="rId27"/>
    <p:sldId id="310" r:id="rId28"/>
    <p:sldId id="308" r:id="rId29"/>
    <p:sldId id="282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26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8A00"/>
    <a:srgbClr val="B16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51" autoAdjust="0"/>
    <p:restoredTop sz="94660"/>
  </p:normalViewPr>
  <p:slideViewPr>
    <p:cSldViewPr snapToGrid="0">
      <p:cViewPr varScale="1">
        <p:scale>
          <a:sx n="92" d="100"/>
          <a:sy n="92" d="100"/>
        </p:scale>
        <p:origin x="38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8AD896-3499-4118-B1ED-DCB7F2218BE6}" type="doc">
      <dgm:prSet loTypeId="urn:microsoft.com/office/officeart/2005/8/layout/gear1" loCatId="process" qsTypeId="urn:microsoft.com/office/officeart/2005/8/quickstyle/simple1" qsCatId="simple" csTypeId="urn:microsoft.com/office/officeart/2005/8/colors/colorful1" csCatId="colorful" phldr="1"/>
      <dgm:spPr/>
    </dgm:pt>
    <dgm:pt modelId="{5048DB41-499A-483B-A1FF-D688B8A43CDB}">
      <dgm:prSet phldrT="[Text]" custT="1"/>
      <dgm:spPr/>
      <dgm:t>
        <a:bodyPr/>
        <a:lstStyle/>
        <a:p>
          <a:r>
            <a:rPr lang="en-US" sz="2000" dirty="0"/>
            <a:t>Noise and Vibration Responses</a:t>
          </a:r>
        </a:p>
      </dgm:t>
    </dgm:pt>
    <dgm:pt modelId="{8EF977E4-A696-41A9-B8FC-2595E534AA78}" type="parTrans" cxnId="{768B0A0F-8E83-4EC0-8CF4-BF63DD311793}">
      <dgm:prSet/>
      <dgm:spPr/>
      <dgm:t>
        <a:bodyPr/>
        <a:lstStyle/>
        <a:p>
          <a:endParaRPr lang="en-US"/>
        </a:p>
      </dgm:t>
    </dgm:pt>
    <dgm:pt modelId="{9E9AF8FC-E876-4DD4-9285-2EEC024C750B}" type="sibTrans" cxnId="{768B0A0F-8E83-4EC0-8CF4-BF63DD311793}">
      <dgm:prSet/>
      <dgm:spPr/>
      <dgm:t>
        <a:bodyPr/>
        <a:lstStyle/>
        <a:p>
          <a:endParaRPr lang="en-US"/>
        </a:p>
      </dgm:t>
    </dgm:pt>
    <dgm:pt modelId="{954F11BB-8779-4316-9A14-761D0B72AA3D}">
      <dgm:prSet phldrT="[Text]" custT="1"/>
      <dgm:spPr/>
      <dgm:t>
        <a:bodyPr/>
        <a:lstStyle/>
        <a:p>
          <a:r>
            <a:rPr lang="en-US" sz="1400" dirty="0"/>
            <a:t>Modal Properties</a:t>
          </a:r>
        </a:p>
      </dgm:t>
    </dgm:pt>
    <dgm:pt modelId="{C41574E1-23E1-4EDD-AC71-B5B2D59B22C2}" type="parTrans" cxnId="{C6B05962-89D9-42ED-9944-1C1C45589EAF}">
      <dgm:prSet/>
      <dgm:spPr/>
      <dgm:t>
        <a:bodyPr/>
        <a:lstStyle/>
        <a:p>
          <a:endParaRPr lang="en-US"/>
        </a:p>
      </dgm:t>
    </dgm:pt>
    <dgm:pt modelId="{2A5075B9-E500-4318-B769-5E2829118CC8}" type="sibTrans" cxnId="{C6B05962-89D9-42ED-9944-1C1C45589EAF}">
      <dgm:prSet/>
      <dgm:spPr/>
      <dgm:t>
        <a:bodyPr/>
        <a:lstStyle/>
        <a:p>
          <a:endParaRPr lang="en-US"/>
        </a:p>
      </dgm:t>
    </dgm:pt>
    <dgm:pt modelId="{5414C6F2-E77A-47BA-B5BE-CA84712BFA86}">
      <dgm:prSet phldrT="[Text]" custT="1"/>
      <dgm:spPr/>
      <dgm:t>
        <a:bodyPr/>
        <a:lstStyle/>
        <a:p>
          <a:r>
            <a:rPr lang="en-US" sz="2000" dirty="0"/>
            <a:t>Forces</a:t>
          </a:r>
        </a:p>
      </dgm:t>
    </dgm:pt>
    <dgm:pt modelId="{255F3694-5545-4407-B211-FF64F11CDECC}" type="parTrans" cxnId="{878D72F2-0843-40AB-8C54-419E6F0FCE97}">
      <dgm:prSet/>
      <dgm:spPr/>
      <dgm:t>
        <a:bodyPr/>
        <a:lstStyle/>
        <a:p>
          <a:endParaRPr lang="en-US"/>
        </a:p>
      </dgm:t>
    </dgm:pt>
    <dgm:pt modelId="{DFF52384-D67B-4B3D-8C47-C86A6F011686}" type="sibTrans" cxnId="{878D72F2-0843-40AB-8C54-419E6F0FCE97}">
      <dgm:prSet/>
      <dgm:spPr/>
      <dgm:t>
        <a:bodyPr/>
        <a:lstStyle/>
        <a:p>
          <a:endParaRPr lang="en-US"/>
        </a:p>
      </dgm:t>
    </dgm:pt>
    <dgm:pt modelId="{E663C706-00B5-4024-B1DF-6184CB72EDAD}" type="pres">
      <dgm:prSet presAssocID="{9C8AD896-3499-4118-B1ED-DCB7F2218BE6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1A52DCBB-CBB3-4783-9A75-8324C39C1CCC}" type="pres">
      <dgm:prSet presAssocID="{5048DB41-499A-483B-A1FF-D688B8A43CDB}" presName="gear1" presStyleLbl="node1" presStyleIdx="0" presStyleCnt="3">
        <dgm:presLayoutVars>
          <dgm:chMax val="1"/>
          <dgm:bulletEnabled val="1"/>
        </dgm:presLayoutVars>
      </dgm:prSet>
      <dgm:spPr/>
    </dgm:pt>
    <dgm:pt modelId="{235751FF-41A4-4A37-9A32-F9747DBC9914}" type="pres">
      <dgm:prSet presAssocID="{5048DB41-499A-483B-A1FF-D688B8A43CDB}" presName="gear1srcNode" presStyleLbl="node1" presStyleIdx="0" presStyleCnt="3"/>
      <dgm:spPr/>
    </dgm:pt>
    <dgm:pt modelId="{7C7DEB21-8BE0-4EE7-853A-CE5A8A6DDC1B}" type="pres">
      <dgm:prSet presAssocID="{5048DB41-499A-483B-A1FF-D688B8A43CDB}" presName="gear1dstNode" presStyleLbl="node1" presStyleIdx="0" presStyleCnt="3"/>
      <dgm:spPr/>
    </dgm:pt>
    <dgm:pt modelId="{9B90B29A-4816-412A-A931-2FC7A5F5619C}" type="pres">
      <dgm:prSet presAssocID="{954F11BB-8779-4316-9A14-761D0B72AA3D}" presName="gear2" presStyleLbl="node1" presStyleIdx="1" presStyleCnt="3">
        <dgm:presLayoutVars>
          <dgm:chMax val="1"/>
          <dgm:bulletEnabled val="1"/>
        </dgm:presLayoutVars>
      </dgm:prSet>
      <dgm:spPr/>
    </dgm:pt>
    <dgm:pt modelId="{CC2358EC-1FE8-4328-BB2B-EC44A9D35E7A}" type="pres">
      <dgm:prSet presAssocID="{954F11BB-8779-4316-9A14-761D0B72AA3D}" presName="gear2srcNode" presStyleLbl="node1" presStyleIdx="1" presStyleCnt="3"/>
      <dgm:spPr/>
    </dgm:pt>
    <dgm:pt modelId="{339EE8C2-AFA0-4A0F-8C03-0CE34CB1334B}" type="pres">
      <dgm:prSet presAssocID="{954F11BB-8779-4316-9A14-761D0B72AA3D}" presName="gear2dstNode" presStyleLbl="node1" presStyleIdx="1" presStyleCnt="3"/>
      <dgm:spPr/>
    </dgm:pt>
    <dgm:pt modelId="{170580F5-1BF9-4BFD-A26F-5D1A3C9BC3A9}" type="pres">
      <dgm:prSet presAssocID="{5414C6F2-E77A-47BA-B5BE-CA84712BFA86}" presName="gear3" presStyleLbl="node1" presStyleIdx="2" presStyleCnt="3"/>
      <dgm:spPr/>
    </dgm:pt>
    <dgm:pt modelId="{49C11254-E9DF-4BF4-98C4-3E7EE138873A}" type="pres">
      <dgm:prSet presAssocID="{5414C6F2-E77A-47BA-B5BE-CA84712BFA86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3FE8680-00E1-4911-AAA8-E4D22126464B}" type="pres">
      <dgm:prSet presAssocID="{5414C6F2-E77A-47BA-B5BE-CA84712BFA86}" presName="gear3srcNode" presStyleLbl="node1" presStyleIdx="2" presStyleCnt="3"/>
      <dgm:spPr/>
    </dgm:pt>
    <dgm:pt modelId="{13339D71-9B20-4476-8ABA-CD8C1EA6EA93}" type="pres">
      <dgm:prSet presAssocID="{5414C6F2-E77A-47BA-B5BE-CA84712BFA86}" presName="gear3dstNode" presStyleLbl="node1" presStyleIdx="2" presStyleCnt="3"/>
      <dgm:spPr/>
    </dgm:pt>
    <dgm:pt modelId="{9E0A32FD-1EEA-4F09-82C0-9EB5D9A35617}" type="pres">
      <dgm:prSet presAssocID="{9E9AF8FC-E876-4DD4-9285-2EEC024C750B}" presName="connector1" presStyleLbl="sibTrans2D1" presStyleIdx="0" presStyleCnt="3"/>
      <dgm:spPr/>
    </dgm:pt>
    <dgm:pt modelId="{EA623D25-46D2-4B8D-98A0-875BD83A7D7D}" type="pres">
      <dgm:prSet presAssocID="{2A5075B9-E500-4318-B769-5E2829118CC8}" presName="connector2" presStyleLbl="sibTrans2D1" presStyleIdx="1" presStyleCnt="3"/>
      <dgm:spPr/>
    </dgm:pt>
    <dgm:pt modelId="{1CF9EF4D-B3D7-4B31-8649-E58C3D376B0B}" type="pres">
      <dgm:prSet presAssocID="{DFF52384-D67B-4B3D-8C47-C86A6F011686}" presName="connector3" presStyleLbl="sibTrans2D1" presStyleIdx="2" presStyleCnt="3"/>
      <dgm:spPr/>
    </dgm:pt>
  </dgm:ptLst>
  <dgm:cxnLst>
    <dgm:cxn modelId="{768B0A0F-8E83-4EC0-8CF4-BF63DD311793}" srcId="{9C8AD896-3499-4118-B1ED-DCB7F2218BE6}" destId="{5048DB41-499A-483B-A1FF-D688B8A43CDB}" srcOrd="0" destOrd="0" parTransId="{8EF977E4-A696-41A9-B8FC-2595E534AA78}" sibTransId="{9E9AF8FC-E876-4DD4-9285-2EEC024C750B}"/>
    <dgm:cxn modelId="{143AE012-73DD-4717-ACFB-371C909E9724}" type="presOf" srcId="{5048DB41-499A-483B-A1FF-D688B8A43CDB}" destId="{1A52DCBB-CBB3-4783-9A75-8324C39C1CCC}" srcOrd="0" destOrd="0" presId="urn:microsoft.com/office/officeart/2005/8/layout/gear1"/>
    <dgm:cxn modelId="{A2A7BB21-7A0B-4D48-AAAB-57CE75147258}" type="presOf" srcId="{2A5075B9-E500-4318-B769-5E2829118CC8}" destId="{EA623D25-46D2-4B8D-98A0-875BD83A7D7D}" srcOrd="0" destOrd="0" presId="urn:microsoft.com/office/officeart/2005/8/layout/gear1"/>
    <dgm:cxn modelId="{4F4ED032-F1F8-4DB1-89D8-C6D9A94CEF84}" type="presOf" srcId="{5414C6F2-E77A-47BA-B5BE-CA84712BFA86}" destId="{D3FE8680-00E1-4911-AAA8-E4D22126464B}" srcOrd="2" destOrd="0" presId="urn:microsoft.com/office/officeart/2005/8/layout/gear1"/>
    <dgm:cxn modelId="{C6B05962-89D9-42ED-9944-1C1C45589EAF}" srcId="{9C8AD896-3499-4118-B1ED-DCB7F2218BE6}" destId="{954F11BB-8779-4316-9A14-761D0B72AA3D}" srcOrd="1" destOrd="0" parTransId="{C41574E1-23E1-4EDD-AC71-B5B2D59B22C2}" sibTransId="{2A5075B9-E500-4318-B769-5E2829118CC8}"/>
    <dgm:cxn modelId="{46215163-EB84-428F-970F-A42EC4F4F5DE}" type="presOf" srcId="{954F11BB-8779-4316-9A14-761D0B72AA3D}" destId="{339EE8C2-AFA0-4A0F-8C03-0CE34CB1334B}" srcOrd="2" destOrd="0" presId="urn:microsoft.com/office/officeart/2005/8/layout/gear1"/>
    <dgm:cxn modelId="{8B365146-A473-43EC-8929-E43CDBEA14FE}" type="presOf" srcId="{5414C6F2-E77A-47BA-B5BE-CA84712BFA86}" destId="{170580F5-1BF9-4BFD-A26F-5D1A3C9BC3A9}" srcOrd="0" destOrd="0" presId="urn:microsoft.com/office/officeart/2005/8/layout/gear1"/>
    <dgm:cxn modelId="{40D1316A-E184-429F-BDB8-C1CAF033EB36}" type="presOf" srcId="{9E9AF8FC-E876-4DD4-9285-2EEC024C750B}" destId="{9E0A32FD-1EEA-4F09-82C0-9EB5D9A35617}" srcOrd="0" destOrd="0" presId="urn:microsoft.com/office/officeart/2005/8/layout/gear1"/>
    <dgm:cxn modelId="{EEE17175-2866-447A-AF17-71A771CA1378}" type="presOf" srcId="{5048DB41-499A-483B-A1FF-D688B8A43CDB}" destId="{7C7DEB21-8BE0-4EE7-853A-CE5A8A6DDC1B}" srcOrd="2" destOrd="0" presId="urn:microsoft.com/office/officeart/2005/8/layout/gear1"/>
    <dgm:cxn modelId="{9944E386-370F-49BF-9575-092D5BFD1027}" type="presOf" srcId="{954F11BB-8779-4316-9A14-761D0B72AA3D}" destId="{CC2358EC-1FE8-4328-BB2B-EC44A9D35E7A}" srcOrd="1" destOrd="0" presId="urn:microsoft.com/office/officeart/2005/8/layout/gear1"/>
    <dgm:cxn modelId="{E98D9D89-0A7C-400A-8F74-E613AC5DC81B}" type="presOf" srcId="{9C8AD896-3499-4118-B1ED-DCB7F2218BE6}" destId="{E663C706-00B5-4024-B1DF-6184CB72EDAD}" srcOrd="0" destOrd="0" presId="urn:microsoft.com/office/officeart/2005/8/layout/gear1"/>
    <dgm:cxn modelId="{0BB6B194-8D0C-4B43-974F-C0836EAD15C4}" type="presOf" srcId="{954F11BB-8779-4316-9A14-761D0B72AA3D}" destId="{9B90B29A-4816-412A-A931-2FC7A5F5619C}" srcOrd="0" destOrd="0" presId="urn:microsoft.com/office/officeart/2005/8/layout/gear1"/>
    <dgm:cxn modelId="{75B2C4A8-2E50-41DC-9932-80A2834F4DE3}" type="presOf" srcId="{DFF52384-D67B-4B3D-8C47-C86A6F011686}" destId="{1CF9EF4D-B3D7-4B31-8649-E58C3D376B0B}" srcOrd="0" destOrd="0" presId="urn:microsoft.com/office/officeart/2005/8/layout/gear1"/>
    <dgm:cxn modelId="{361166BF-059B-4A81-A0F5-F485F32E8BB1}" type="presOf" srcId="{5414C6F2-E77A-47BA-B5BE-CA84712BFA86}" destId="{13339D71-9B20-4476-8ABA-CD8C1EA6EA93}" srcOrd="3" destOrd="0" presId="urn:microsoft.com/office/officeart/2005/8/layout/gear1"/>
    <dgm:cxn modelId="{00DEAEEB-572C-4FDE-A183-4B9C6888BEFC}" type="presOf" srcId="{5048DB41-499A-483B-A1FF-D688B8A43CDB}" destId="{235751FF-41A4-4A37-9A32-F9747DBC9914}" srcOrd="1" destOrd="0" presId="urn:microsoft.com/office/officeart/2005/8/layout/gear1"/>
    <dgm:cxn modelId="{878D72F2-0843-40AB-8C54-419E6F0FCE97}" srcId="{9C8AD896-3499-4118-B1ED-DCB7F2218BE6}" destId="{5414C6F2-E77A-47BA-B5BE-CA84712BFA86}" srcOrd="2" destOrd="0" parTransId="{255F3694-5545-4407-B211-FF64F11CDECC}" sibTransId="{DFF52384-D67B-4B3D-8C47-C86A6F011686}"/>
    <dgm:cxn modelId="{1DD2F4FE-0AC6-4C4F-9D76-F5BC16AFD6F4}" type="presOf" srcId="{5414C6F2-E77A-47BA-B5BE-CA84712BFA86}" destId="{49C11254-E9DF-4BF4-98C4-3E7EE138873A}" srcOrd="1" destOrd="0" presId="urn:microsoft.com/office/officeart/2005/8/layout/gear1"/>
    <dgm:cxn modelId="{3F513D86-AC33-4D13-B3B0-521CE2A78D65}" type="presParOf" srcId="{E663C706-00B5-4024-B1DF-6184CB72EDAD}" destId="{1A52DCBB-CBB3-4783-9A75-8324C39C1CCC}" srcOrd="0" destOrd="0" presId="urn:microsoft.com/office/officeart/2005/8/layout/gear1"/>
    <dgm:cxn modelId="{224A851E-F2FB-482E-9CE2-42C65298AA66}" type="presParOf" srcId="{E663C706-00B5-4024-B1DF-6184CB72EDAD}" destId="{235751FF-41A4-4A37-9A32-F9747DBC9914}" srcOrd="1" destOrd="0" presId="urn:microsoft.com/office/officeart/2005/8/layout/gear1"/>
    <dgm:cxn modelId="{DF22ED05-53D2-46AB-A477-507F64AC6F05}" type="presParOf" srcId="{E663C706-00B5-4024-B1DF-6184CB72EDAD}" destId="{7C7DEB21-8BE0-4EE7-853A-CE5A8A6DDC1B}" srcOrd="2" destOrd="0" presId="urn:microsoft.com/office/officeart/2005/8/layout/gear1"/>
    <dgm:cxn modelId="{5E84705B-67AE-4458-8937-47F31268E152}" type="presParOf" srcId="{E663C706-00B5-4024-B1DF-6184CB72EDAD}" destId="{9B90B29A-4816-412A-A931-2FC7A5F5619C}" srcOrd="3" destOrd="0" presId="urn:microsoft.com/office/officeart/2005/8/layout/gear1"/>
    <dgm:cxn modelId="{5975B7B6-B0E5-4D2D-93E4-BDC7C8488339}" type="presParOf" srcId="{E663C706-00B5-4024-B1DF-6184CB72EDAD}" destId="{CC2358EC-1FE8-4328-BB2B-EC44A9D35E7A}" srcOrd="4" destOrd="0" presId="urn:microsoft.com/office/officeart/2005/8/layout/gear1"/>
    <dgm:cxn modelId="{2BEA2D77-13E6-496A-B6F7-56621CF6A3EB}" type="presParOf" srcId="{E663C706-00B5-4024-B1DF-6184CB72EDAD}" destId="{339EE8C2-AFA0-4A0F-8C03-0CE34CB1334B}" srcOrd="5" destOrd="0" presId="urn:microsoft.com/office/officeart/2005/8/layout/gear1"/>
    <dgm:cxn modelId="{F4965EE5-2847-42B0-A5DB-DFF4749C5CE4}" type="presParOf" srcId="{E663C706-00B5-4024-B1DF-6184CB72EDAD}" destId="{170580F5-1BF9-4BFD-A26F-5D1A3C9BC3A9}" srcOrd="6" destOrd="0" presId="urn:microsoft.com/office/officeart/2005/8/layout/gear1"/>
    <dgm:cxn modelId="{3061761C-2DF6-4019-B722-7F27C19E6CF1}" type="presParOf" srcId="{E663C706-00B5-4024-B1DF-6184CB72EDAD}" destId="{49C11254-E9DF-4BF4-98C4-3E7EE138873A}" srcOrd="7" destOrd="0" presId="urn:microsoft.com/office/officeart/2005/8/layout/gear1"/>
    <dgm:cxn modelId="{B2FB015B-7744-4E52-8AEE-C2F5E8841CA5}" type="presParOf" srcId="{E663C706-00B5-4024-B1DF-6184CB72EDAD}" destId="{D3FE8680-00E1-4911-AAA8-E4D22126464B}" srcOrd="8" destOrd="0" presId="urn:microsoft.com/office/officeart/2005/8/layout/gear1"/>
    <dgm:cxn modelId="{F90B8938-0D69-4A49-A4B9-19AC97EAFB2A}" type="presParOf" srcId="{E663C706-00B5-4024-B1DF-6184CB72EDAD}" destId="{13339D71-9B20-4476-8ABA-CD8C1EA6EA93}" srcOrd="9" destOrd="0" presId="urn:microsoft.com/office/officeart/2005/8/layout/gear1"/>
    <dgm:cxn modelId="{C56DC765-9705-4D80-801F-E977B2CF12E4}" type="presParOf" srcId="{E663C706-00B5-4024-B1DF-6184CB72EDAD}" destId="{9E0A32FD-1EEA-4F09-82C0-9EB5D9A35617}" srcOrd="10" destOrd="0" presId="urn:microsoft.com/office/officeart/2005/8/layout/gear1"/>
    <dgm:cxn modelId="{6E31A126-D8F5-40B5-A274-577EAF79C757}" type="presParOf" srcId="{E663C706-00B5-4024-B1DF-6184CB72EDAD}" destId="{EA623D25-46D2-4B8D-98A0-875BD83A7D7D}" srcOrd="11" destOrd="0" presId="urn:microsoft.com/office/officeart/2005/8/layout/gear1"/>
    <dgm:cxn modelId="{90CB9835-C417-4DCE-AACF-05F49E9EC915}" type="presParOf" srcId="{E663C706-00B5-4024-B1DF-6184CB72EDAD}" destId="{1CF9EF4D-B3D7-4B31-8649-E58C3D376B0B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2DCBB-CBB3-4783-9A75-8324C39C1CCC}">
      <dsp:nvSpPr>
        <dsp:cNvPr id="0" name=""/>
        <dsp:cNvSpPr/>
      </dsp:nvSpPr>
      <dsp:spPr>
        <a:xfrm>
          <a:off x="3843406" y="1985340"/>
          <a:ext cx="2426526" cy="2426526"/>
        </a:xfrm>
        <a:prstGeom prst="gear9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Noise and Vibration Responses</a:t>
          </a:r>
        </a:p>
      </dsp:txBody>
      <dsp:txXfrm>
        <a:off x="4331246" y="2553742"/>
        <a:ext cx="1450846" cy="1247285"/>
      </dsp:txXfrm>
    </dsp:sp>
    <dsp:sp modelId="{9B90B29A-4816-412A-A931-2FC7A5F5619C}">
      <dsp:nvSpPr>
        <dsp:cNvPr id="0" name=""/>
        <dsp:cNvSpPr/>
      </dsp:nvSpPr>
      <dsp:spPr>
        <a:xfrm>
          <a:off x="2431609" y="1411797"/>
          <a:ext cx="1764746" cy="1764746"/>
        </a:xfrm>
        <a:prstGeom prst="gear6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Modal Properties</a:t>
          </a:r>
        </a:p>
      </dsp:txBody>
      <dsp:txXfrm>
        <a:off x="2875889" y="1858762"/>
        <a:ext cx="876186" cy="870816"/>
      </dsp:txXfrm>
    </dsp:sp>
    <dsp:sp modelId="{170580F5-1BF9-4BFD-A26F-5D1A3C9BC3A9}">
      <dsp:nvSpPr>
        <dsp:cNvPr id="0" name=""/>
        <dsp:cNvSpPr/>
      </dsp:nvSpPr>
      <dsp:spPr>
        <a:xfrm rot="20700000">
          <a:off x="3420047" y="194302"/>
          <a:ext cx="1729091" cy="1729091"/>
        </a:xfrm>
        <a:prstGeom prst="gear6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Forces</a:t>
          </a:r>
        </a:p>
      </dsp:txBody>
      <dsp:txXfrm rot="-20700000">
        <a:off x="3799287" y="573542"/>
        <a:ext cx="970610" cy="970610"/>
      </dsp:txXfrm>
    </dsp:sp>
    <dsp:sp modelId="{9E0A32FD-1EEA-4F09-82C0-9EB5D9A35617}">
      <dsp:nvSpPr>
        <dsp:cNvPr id="0" name=""/>
        <dsp:cNvSpPr/>
      </dsp:nvSpPr>
      <dsp:spPr>
        <a:xfrm>
          <a:off x="3659215" y="1617820"/>
          <a:ext cx="3105954" cy="3105954"/>
        </a:xfrm>
        <a:prstGeom prst="circularArrow">
          <a:avLst>
            <a:gd name="adj1" fmla="val 4687"/>
            <a:gd name="adj2" fmla="val 299029"/>
            <a:gd name="adj3" fmla="val 2521161"/>
            <a:gd name="adj4" fmla="val 15850558"/>
            <a:gd name="adj5" fmla="val 546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23D25-46D2-4B8D-98A0-875BD83A7D7D}">
      <dsp:nvSpPr>
        <dsp:cNvPr id="0" name=""/>
        <dsp:cNvSpPr/>
      </dsp:nvSpPr>
      <dsp:spPr>
        <a:xfrm>
          <a:off x="2119075" y="1020392"/>
          <a:ext cx="2256669" cy="2256669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9EF4D-B3D7-4B31-8649-E58C3D376B0B}">
      <dsp:nvSpPr>
        <dsp:cNvPr id="0" name=""/>
        <dsp:cNvSpPr/>
      </dsp:nvSpPr>
      <dsp:spPr>
        <a:xfrm>
          <a:off x="3020090" y="-185367"/>
          <a:ext cx="2433144" cy="243314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Titl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EEFF38-9219-3402-6C1E-B326B8FB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32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B7F7EA-D5FA-48A9-A388-858D3B14DD11}" type="datetimeFigureOut">
              <a:rPr lang="en-US" smtClean="0"/>
              <a:pPr/>
              <a:t>1/14/2026</a:t>
            </a:fld>
            <a:endParaRPr lang="en-US"/>
          </a:p>
        </p:txBody>
      </p:sp>
      <p:pic>
        <p:nvPicPr>
          <p:cNvPr id="1026" name="Picture 2" descr="lnu_wordmark_symbol_eng_rgb">
            <a:extLst>
              <a:ext uri="{FF2B5EF4-FFF2-40B4-BE49-F238E27FC236}">
                <a16:creationId xmlns:a16="http://schemas.microsoft.com/office/drawing/2014/main" id="{C8BBA26D-0448-C98D-A6E4-7D55251344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61" y="5087024"/>
            <a:ext cx="4303240" cy="6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82C91-27D9-7A04-4E8D-33817B2D7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3086" y="537502"/>
            <a:ext cx="6847472" cy="197651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Module #: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D5900-7FFF-4234-2E19-03956DD10669}"/>
              </a:ext>
            </a:extLst>
          </p:cNvPr>
          <p:cNvSpPr txBox="1"/>
          <p:nvPr userDrawn="1"/>
        </p:nvSpPr>
        <p:spPr>
          <a:xfrm>
            <a:off x="213085" y="2570480"/>
            <a:ext cx="66957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Andreas Linderholt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Linnaeus University 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Department of Mechanical Engineering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Steven Carter</a:t>
            </a:r>
          </a:p>
          <a:p>
            <a:r>
              <a:rPr lang="en-US" b="1" dirty="0">
                <a:solidFill>
                  <a:schemeClr val="bg1"/>
                </a:solidFill>
              </a:rPr>
              <a:t>Benjamin Moldenhauer</a:t>
            </a:r>
          </a:p>
          <a:p>
            <a:r>
              <a:rPr lang="en-US" b="1" dirty="0">
                <a:solidFill>
                  <a:schemeClr val="bg1"/>
                </a:solidFill>
              </a:rPr>
              <a:t>Daniel Roettgen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Sandia National Laboratories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Experimental Structural Dynamics</a:t>
            </a:r>
          </a:p>
          <a:p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55A49339-AFD2-293D-5083-71E4E4D94B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2779" y="297608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58CEA6CC-F9AC-D943-BDC1-48802068B7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22779" y="1838484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AA5A42-DD64-4CDB-4EF6-E5FD7223D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 b="18728"/>
          <a:stretch/>
        </p:blipFill>
        <p:spPr>
          <a:xfrm>
            <a:off x="5704659" y="5766266"/>
            <a:ext cx="6487341" cy="10917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40B613-3A6D-056E-0592-B710A66DBB4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0065" y="3358941"/>
            <a:ext cx="3151696" cy="1775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AED2AD-3489-102B-FD4A-EF0FD9432851}"/>
              </a:ext>
            </a:extLst>
          </p:cNvPr>
          <p:cNvSpPr txBox="1"/>
          <p:nvPr userDrawn="1"/>
        </p:nvSpPr>
        <p:spPr>
          <a:xfrm>
            <a:off x="324845" y="5393103"/>
            <a:ext cx="4051642" cy="391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Sandia National Laboratories is a </a:t>
            </a:r>
            <a:r>
              <a:rPr lang="en-US" sz="800" b="0" i="0" u="none" strike="noStrike" dirty="0" err="1">
                <a:solidFill>
                  <a:schemeClr val="bg1"/>
                </a:solidFill>
                <a:effectLst/>
                <a:latin typeface="+mn-lt"/>
              </a:rPr>
              <a:t>multimission</a:t>
            </a: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 laboratory managed and operated by National Technology and Engineering Solutions of Sandia, LLC, a wholly owned subsidiary of Honeywell International Inc., for the U.S. Department of Energy’s National Nuclear Security Administration under contract DE-NA0003525</a:t>
            </a:r>
            <a:endParaRPr lang="en-US" sz="800" b="0" i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10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AEC8612-5184-DD49-1D2B-3D06982D3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1337324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A23D71-51C1-E310-51CE-7DE5CD2D4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0252BF-FA0F-2F01-F0F1-01835876CA31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8683368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3C00C0-AFE4-5CDB-792C-B1FF128BB4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18876" y="876197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02C02E6-8B4E-746B-32D8-FBA12F839E6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18875" y="3339996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30CF3A-888A-B8BC-F56F-72E990F0A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3CC7A-4227-B03B-A890-0B34C7C41C16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57A07-85D3-76EC-2529-437C905C2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0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/ Brea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32" y="1409120"/>
            <a:ext cx="10515600" cy="66278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Transition 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E25C2B-00D8-B739-8A7C-9F78150F5A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5040" y="1841555"/>
            <a:ext cx="6675121" cy="3760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A11BA6-9A4D-41B0-FE13-D42E91F59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2307F5-1B86-EB7B-529A-B5AC3C3702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A77C6D-65EF-D438-A2B7-B79287A44518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AE4A825A-4063-94F5-2E60-E497DE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C2EE41-D82D-F945-F481-EC0ADF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33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28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29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7616-A4B2-51B4-6A7C-6CC82304D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#8: Transfer Path Analysis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6D44A-C018-0E6F-20C2-3A945BDF39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6B8D1A-23C5-ACFC-ED38-9CA45829D8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7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80375-9C41-58AE-E601-F0246120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TPA: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43AB6-4F9E-C2B2-31FA-0744973A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TPA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Source-Path-Receiver Framework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Theory for TPA Methods</a:t>
            </a:r>
          </a:p>
          <a:p>
            <a:pPr lvl="1"/>
            <a:r>
              <a:rPr lang="en-US" dirty="0"/>
              <a:t>Classical TPA</a:t>
            </a:r>
          </a:p>
          <a:p>
            <a:pPr lvl="1"/>
            <a:r>
              <a:rPr lang="en-US" dirty="0"/>
              <a:t>Component-based TPA</a:t>
            </a:r>
          </a:p>
        </p:txBody>
      </p:sp>
    </p:spTree>
    <p:extLst>
      <p:ext uri="{BB962C8B-B14F-4D97-AF65-F5344CB8AC3E}">
        <p14:creationId xmlns:p14="http://schemas.microsoft.com/office/powerpoint/2010/main" val="96993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FAA5A-2B07-C58B-6BC3-43A5583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TPA</a:t>
            </a:r>
          </a:p>
        </p:txBody>
      </p:sp>
    </p:spTree>
    <p:extLst>
      <p:ext uri="{BB962C8B-B14F-4D97-AF65-F5344CB8AC3E}">
        <p14:creationId xmlns:p14="http://schemas.microsoft.com/office/powerpoint/2010/main" val="1156115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1FC9-715D-720A-2BDA-E47689E3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the Point of TPA?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22633-2921-22D4-1DE7-BC789AC45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735282"/>
            <a:ext cx="11337324" cy="418313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How is vibration energy moving in the system?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Troubleshooting undesired vibration responses:</a:t>
            </a:r>
          </a:p>
          <a:p>
            <a:pPr lvl="1"/>
            <a:r>
              <a:rPr lang="en-US" dirty="0"/>
              <a:t>System sensitivities?</a:t>
            </a:r>
          </a:p>
          <a:p>
            <a:pPr lvl="1"/>
            <a:r>
              <a:rPr lang="en-US" dirty="0"/>
              <a:t>High forces?</a:t>
            </a:r>
          </a:p>
          <a:p>
            <a:pPr lvl="1"/>
            <a:r>
              <a:rPr lang="en-US" dirty="0"/>
              <a:t>Key contributors?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happens if I change the system configuration?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2CCB3E-66E3-C4A0-FE5F-A63FC5D882ED}"/>
              </a:ext>
            </a:extLst>
          </p:cNvPr>
          <p:cNvSpPr/>
          <p:nvPr/>
        </p:nvSpPr>
        <p:spPr>
          <a:xfrm>
            <a:off x="557225" y="927028"/>
            <a:ext cx="11077551" cy="662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We want a modular technique to understand noise and vibration in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62818-B3D8-E49F-218A-50D71FA85D8B}"/>
              </a:ext>
            </a:extLst>
          </p:cNvPr>
          <p:cNvSpPr/>
          <p:nvPr/>
        </p:nvSpPr>
        <p:spPr>
          <a:xfrm>
            <a:off x="105032" y="1668162"/>
            <a:ext cx="7951573" cy="4306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0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1FC9-715D-720A-2BDA-E47689E3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the Point of TPA?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22633-2921-22D4-1DE7-BC789AC45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735282"/>
            <a:ext cx="11337324" cy="418313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How is vibration energy moving in the system?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Troubleshooting undesired vibration responses:</a:t>
            </a:r>
          </a:p>
          <a:p>
            <a:pPr lvl="1"/>
            <a:r>
              <a:rPr lang="en-US" dirty="0"/>
              <a:t>System sensitivities?</a:t>
            </a:r>
          </a:p>
          <a:p>
            <a:pPr lvl="1"/>
            <a:r>
              <a:rPr lang="en-US" dirty="0"/>
              <a:t>High forces?</a:t>
            </a:r>
          </a:p>
          <a:p>
            <a:pPr lvl="1"/>
            <a:r>
              <a:rPr lang="en-US" dirty="0"/>
              <a:t>Key contributors?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happens if I change the system configuration?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2CCB3E-66E3-C4A0-FE5F-A63FC5D882ED}"/>
              </a:ext>
            </a:extLst>
          </p:cNvPr>
          <p:cNvSpPr/>
          <p:nvPr/>
        </p:nvSpPr>
        <p:spPr>
          <a:xfrm>
            <a:off x="557225" y="927028"/>
            <a:ext cx="11077551" cy="662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We want a modular technique to understand noise and vibration in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62818-B3D8-E49F-218A-50D71FA85D8B}"/>
              </a:ext>
            </a:extLst>
          </p:cNvPr>
          <p:cNvSpPr/>
          <p:nvPr/>
        </p:nvSpPr>
        <p:spPr>
          <a:xfrm>
            <a:off x="105032" y="2525784"/>
            <a:ext cx="7951573" cy="34487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94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1FC9-715D-720A-2BDA-E47689E3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the Point of TPA?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22633-2921-22D4-1DE7-BC789AC45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735282"/>
            <a:ext cx="11337324" cy="418313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How is vibration energy moving in the system?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Troubleshooting undesired vibration responses:</a:t>
            </a:r>
          </a:p>
          <a:p>
            <a:pPr lvl="1"/>
            <a:r>
              <a:rPr lang="en-US" dirty="0"/>
              <a:t>System sensitivities?</a:t>
            </a:r>
          </a:p>
          <a:p>
            <a:pPr lvl="1"/>
            <a:r>
              <a:rPr lang="en-US" dirty="0"/>
              <a:t>High forces?</a:t>
            </a:r>
          </a:p>
          <a:p>
            <a:pPr lvl="1"/>
            <a:r>
              <a:rPr lang="en-US" dirty="0"/>
              <a:t>Key contributors?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happens if I change the system configuration?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2CCB3E-66E3-C4A0-FE5F-A63FC5D882ED}"/>
              </a:ext>
            </a:extLst>
          </p:cNvPr>
          <p:cNvSpPr/>
          <p:nvPr/>
        </p:nvSpPr>
        <p:spPr>
          <a:xfrm>
            <a:off x="557225" y="927028"/>
            <a:ext cx="11077551" cy="662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We want a modular technique to understand noise and vibration in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62818-B3D8-E49F-218A-50D71FA85D8B}"/>
              </a:ext>
            </a:extLst>
          </p:cNvPr>
          <p:cNvSpPr/>
          <p:nvPr/>
        </p:nvSpPr>
        <p:spPr>
          <a:xfrm>
            <a:off x="105032" y="4930346"/>
            <a:ext cx="7951573" cy="10441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07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1FC9-715D-720A-2BDA-E47689E3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the Point of TPA?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22633-2921-22D4-1DE7-BC789AC45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735282"/>
            <a:ext cx="11337324" cy="418313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How is vibration energy moving in the system?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Troubleshooting undesired vibration responses:</a:t>
            </a:r>
          </a:p>
          <a:p>
            <a:pPr lvl="1"/>
            <a:r>
              <a:rPr lang="en-US" dirty="0"/>
              <a:t>System sensitivities?</a:t>
            </a:r>
          </a:p>
          <a:p>
            <a:pPr lvl="1"/>
            <a:r>
              <a:rPr lang="en-US" dirty="0"/>
              <a:t>High forces?</a:t>
            </a:r>
          </a:p>
          <a:p>
            <a:pPr lvl="1"/>
            <a:r>
              <a:rPr lang="en-US" dirty="0"/>
              <a:t>Key contributors?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happens if I change the system configuration?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2CCB3E-66E3-C4A0-FE5F-A63FC5D882ED}"/>
              </a:ext>
            </a:extLst>
          </p:cNvPr>
          <p:cNvSpPr/>
          <p:nvPr/>
        </p:nvSpPr>
        <p:spPr>
          <a:xfrm>
            <a:off x="557225" y="927028"/>
            <a:ext cx="11077551" cy="662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We want a modular technique to understand noise and vibration in systems</a:t>
            </a:r>
          </a:p>
        </p:txBody>
      </p:sp>
    </p:spTree>
    <p:extLst>
      <p:ext uri="{BB962C8B-B14F-4D97-AF65-F5344CB8AC3E}">
        <p14:creationId xmlns:p14="http://schemas.microsoft.com/office/powerpoint/2010/main" val="3545683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D17F-3695-3AA0-A063-248FDC4D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639F-E680-647C-A6CD-C3771D45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the Basic Concept?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E24D3A-809E-1645-B6F2-2D16BD9D9681}"/>
              </a:ext>
            </a:extLst>
          </p:cNvPr>
          <p:cNvSpPr/>
          <p:nvPr/>
        </p:nvSpPr>
        <p:spPr>
          <a:xfrm>
            <a:off x="557225" y="927028"/>
            <a:ext cx="11077551" cy="8094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TPA takes a holistic perspective, by combining the responses, forces, and underlying physics for the noise and vibration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EFDB064-7725-5695-6818-2DC3113324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2309840"/>
              </p:ext>
            </p:extLst>
          </p:nvPr>
        </p:nvGraphicFramePr>
        <p:xfrm>
          <a:off x="2032000" y="1854815"/>
          <a:ext cx="8128000" cy="4411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9C7CDCB-E30B-BC6E-2185-B1C468B1AD10}"/>
              </a:ext>
            </a:extLst>
          </p:cNvPr>
          <p:cNvSpPr txBox="1"/>
          <p:nvPr/>
        </p:nvSpPr>
        <p:spPr>
          <a:xfrm>
            <a:off x="9242911" y="4063308"/>
            <a:ext cx="2391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lang="en-US" b="1" dirty="0"/>
              <a:t>The vibration data we care about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04019EB-AC09-2561-D31D-0EEDE2EC91BE}"/>
              </a:ext>
            </a:extLst>
          </p:cNvPr>
          <p:cNvCxnSpPr/>
          <p:nvPr/>
        </p:nvCxnSpPr>
        <p:spPr>
          <a:xfrm flipH="1">
            <a:off x="7787523" y="4368108"/>
            <a:ext cx="1429173" cy="2912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53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398A-5400-D470-4B5B-DBEF93CB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Describing Noise and Vibration with Physics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36F3BD-12ED-D9EC-402F-0FD2FC4AD822}"/>
                  </a:ext>
                </a:extLst>
              </p:cNvPr>
              <p:cNvSpPr txBox="1"/>
              <p:nvPr/>
            </p:nvSpPr>
            <p:spPr>
              <a:xfrm>
                <a:off x="4278918" y="2336600"/>
                <a:ext cx="2989921" cy="6917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36F3BD-12ED-D9EC-402F-0FD2FC4AD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918" y="2336600"/>
                <a:ext cx="2989921" cy="691792"/>
              </a:xfrm>
              <a:prstGeom prst="rect">
                <a:avLst/>
              </a:prstGeom>
              <a:blipFill>
                <a:blip r:embed="rId2"/>
                <a:stretch>
                  <a:fillRect t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7022F0-43D8-199B-CFC5-C5ACF64671A9}"/>
              </a:ext>
            </a:extLst>
          </p:cNvPr>
          <p:cNvSpPr/>
          <p:nvPr/>
        </p:nvSpPr>
        <p:spPr>
          <a:xfrm>
            <a:off x="1064297" y="927028"/>
            <a:ext cx="10063407" cy="662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We want to define all the elements in the equation of motion for our system</a:t>
            </a:r>
          </a:p>
        </p:txBody>
      </p:sp>
    </p:spTree>
    <p:extLst>
      <p:ext uri="{BB962C8B-B14F-4D97-AF65-F5344CB8AC3E}">
        <p14:creationId xmlns:p14="http://schemas.microsoft.com/office/powerpoint/2010/main" val="429912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432C0-2BBC-0107-7F82-D94A2EEC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685C35F-5E10-9621-9222-B2B83514BF7D}"/>
              </a:ext>
            </a:extLst>
          </p:cNvPr>
          <p:cNvSpPr/>
          <p:nvPr/>
        </p:nvSpPr>
        <p:spPr>
          <a:xfrm>
            <a:off x="1832261" y="2228043"/>
            <a:ext cx="3328554" cy="908907"/>
          </a:xfrm>
          <a:prstGeom prst="roundRect">
            <a:avLst>
              <a:gd name="adj" fmla="val 77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A2CE3-E27B-C119-6D85-A94D0C22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Describing Noise and Vibration with Physics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1EB43D-CD7C-069C-F73A-392844EC2CA2}"/>
                  </a:ext>
                </a:extLst>
              </p:cNvPr>
              <p:cNvSpPr txBox="1"/>
              <p:nvPr/>
            </p:nvSpPr>
            <p:spPr>
              <a:xfrm>
                <a:off x="4278918" y="2336600"/>
                <a:ext cx="2989921" cy="6917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1EB43D-CD7C-069C-F73A-392844EC2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918" y="2336600"/>
                <a:ext cx="2989921" cy="691792"/>
              </a:xfrm>
              <a:prstGeom prst="rect">
                <a:avLst/>
              </a:prstGeom>
              <a:blipFill>
                <a:blip r:embed="rId2"/>
                <a:stretch>
                  <a:fillRect t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77E2C53-CFD5-9B6D-F522-EA7C67282344}"/>
              </a:ext>
            </a:extLst>
          </p:cNvPr>
          <p:cNvSpPr txBox="1"/>
          <p:nvPr/>
        </p:nvSpPr>
        <p:spPr>
          <a:xfrm>
            <a:off x="2039417" y="2359331"/>
            <a:ext cx="2150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Characterized by operating tests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7F0926-223E-ECBA-95EA-C466A023853B}"/>
              </a:ext>
            </a:extLst>
          </p:cNvPr>
          <p:cNvSpPr/>
          <p:nvPr/>
        </p:nvSpPr>
        <p:spPr>
          <a:xfrm>
            <a:off x="1064297" y="927028"/>
            <a:ext cx="10063407" cy="662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We want to define all the elements in the equation of motion for our system</a:t>
            </a:r>
          </a:p>
        </p:txBody>
      </p:sp>
    </p:spTree>
    <p:extLst>
      <p:ext uri="{BB962C8B-B14F-4D97-AF65-F5344CB8AC3E}">
        <p14:creationId xmlns:p14="http://schemas.microsoft.com/office/powerpoint/2010/main" val="2480306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432C0-2BBC-0107-7F82-D94A2EEC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39B22F-7881-7993-C01D-8DE82FC29590}"/>
              </a:ext>
            </a:extLst>
          </p:cNvPr>
          <p:cNvSpPr/>
          <p:nvPr/>
        </p:nvSpPr>
        <p:spPr>
          <a:xfrm>
            <a:off x="5755774" y="2228044"/>
            <a:ext cx="699655" cy="1564640"/>
          </a:xfrm>
          <a:prstGeom prst="roundRect">
            <a:avLst>
              <a:gd name="adj" fmla="val 775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AD43B86-DF62-E8CD-F8E7-89C68F7B2F67}"/>
              </a:ext>
            </a:extLst>
          </p:cNvPr>
          <p:cNvSpPr/>
          <p:nvPr/>
        </p:nvSpPr>
        <p:spPr>
          <a:xfrm>
            <a:off x="4362046" y="3484233"/>
            <a:ext cx="3487111" cy="816149"/>
          </a:xfrm>
          <a:prstGeom prst="roundRect">
            <a:avLst>
              <a:gd name="adj" fmla="val 775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685C35F-5E10-9621-9222-B2B83514BF7D}"/>
              </a:ext>
            </a:extLst>
          </p:cNvPr>
          <p:cNvSpPr/>
          <p:nvPr/>
        </p:nvSpPr>
        <p:spPr>
          <a:xfrm>
            <a:off x="1832261" y="2228043"/>
            <a:ext cx="3328554" cy="908907"/>
          </a:xfrm>
          <a:prstGeom prst="roundRect">
            <a:avLst>
              <a:gd name="adj" fmla="val 77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A2CE3-E27B-C119-6D85-A94D0C22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Describing Noise and Vibration with Physics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1EB43D-CD7C-069C-F73A-392844EC2CA2}"/>
                  </a:ext>
                </a:extLst>
              </p:cNvPr>
              <p:cNvSpPr txBox="1"/>
              <p:nvPr/>
            </p:nvSpPr>
            <p:spPr>
              <a:xfrm>
                <a:off x="4278918" y="2336600"/>
                <a:ext cx="2989921" cy="6917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1EB43D-CD7C-069C-F73A-392844EC2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918" y="2336600"/>
                <a:ext cx="2989921" cy="691792"/>
              </a:xfrm>
              <a:prstGeom prst="rect">
                <a:avLst/>
              </a:prstGeom>
              <a:blipFill>
                <a:blip r:embed="rId2"/>
                <a:stretch>
                  <a:fillRect t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77E2C53-CFD5-9B6D-F522-EA7C67282344}"/>
              </a:ext>
            </a:extLst>
          </p:cNvPr>
          <p:cNvSpPr txBox="1"/>
          <p:nvPr/>
        </p:nvSpPr>
        <p:spPr>
          <a:xfrm>
            <a:off x="2039417" y="2359331"/>
            <a:ext cx="2150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Characterized by operating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2E981-29A7-C8ED-4DA2-E1F46FB0B88F}"/>
              </a:ext>
            </a:extLst>
          </p:cNvPr>
          <p:cNvSpPr txBox="1"/>
          <p:nvPr/>
        </p:nvSpPr>
        <p:spPr>
          <a:xfrm>
            <a:off x="4441324" y="3574895"/>
            <a:ext cx="3328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Estimated with lab (e.g., modal) tests or numerical models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7F0926-223E-ECBA-95EA-C466A023853B}"/>
              </a:ext>
            </a:extLst>
          </p:cNvPr>
          <p:cNvSpPr/>
          <p:nvPr/>
        </p:nvSpPr>
        <p:spPr>
          <a:xfrm>
            <a:off x="1064297" y="927028"/>
            <a:ext cx="10063407" cy="662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We want to define all the elements in the equation of motion for our system</a:t>
            </a:r>
          </a:p>
        </p:txBody>
      </p:sp>
    </p:spTree>
    <p:extLst>
      <p:ext uri="{BB962C8B-B14F-4D97-AF65-F5344CB8AC3E}">
        <p14:creationId xmlns:p14="http://schemas.microsoft.com/office/powerpoint/2010/main" val="173880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432C0-2BBC-0107-7F82-D94A2EEC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39B22F-7881-7993-C01D-8DE82FC29590}"/>
              </a:ext>
            </a:extLst>
          </p:cNvPr>
          <p:cNvSpPr/>
          <p:nvPr/>
        </p:nvSpPr>
        <p:spPr>
          <a:xfrm>
            <a:off x="5755774" y="2228044"/>
            <a:ext cx="699655" cy="1564640"/>
          </a:xfrm>
          <a:prstGeom prst="roundRect">
            <a:avLst>
              <a:gd name="adj" fmla="val 775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AD43B86-DF62-E8CD-F8E7-89C68F7B2F67}"/>
              </a:ext>
            </a:extLst>
          </p:cNvPr>
          <p:cNvSpPr/>
          <p:nvPr/>
        </p:nvSpPr>
        <p:spPr>
          <a:xfrm>
            <a:off x="4362046" y="3484233"/>
            <a:ext cx="3487111" cy="816149"/>
          </a:xfrm>
          <a:prstGeom prst="roundRect">
            <a:avLst>
              <a:gd name="adj" fmla="val 775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685C35F-5E10-9621-9222-B2B83514BF7D}"/>
              </a:ext>
            </a:extLst>
          </p:cNvPr>
          <p:cNvSpPr/>
          <p:nvPr/>
        </p:nvSpPr>
        <p:spPr>
          <a:xfrm>
            <a:off x="1832261" y="2228043"/>
            <a:ext cx="3328554" cy="908907"/>
          </a:xfrm>
          <a:prstGeom prst="roundRect">
            <a:avLst>
              <a:gd name="adj" fmla="val 77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CFFCB7B-8D64-EEE7-908A-10D57618A8B7}"/>
              </a:ext>
            </a:extLst>
          </p:cNvPr>
          <p:cNvSpPr/>
          <p:nvPr/>
        </p:nvSpPr>
        <p:spPr>
          <a:xfrm>
            <a:off x="6500577" y="2228043"/>
            <a:ext cx="3931893" cy="908907"/>
          </a:xfrm>
          <a:prstGeom prst="roundRect">
            <a:avLst>
              <a:gd name="adj" fmla="val 775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A2CE3-E27B-C119-6D85-A94D0C22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Describing Noise and Vibration with Physics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1EB43D-CD7C-069C-F73A-392844EC2CA2}"/>
                  </a:ext>
                </a:extLst>
              </p:cNvPr>
              <p:cNvSpPr txBox="1"/>
              <p:nvPr/>
            </p:nvSpPr>
            <p:spPr>
              <a:xfrm>
                <a:off x="4278918" y="2336600"/>
                <a:ext cx="2989921" cy="6917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1EB43D-CD7C-069C-F73A-392844EC2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918" y="2336600"/>
                <a:ext cx="2989921" cy="691792"/>
              </a:xfrm>
              <a:prstGeom prst="rect">
                <a:avLst/>
              </a:prstGeom>
              <a:blipFill>
                <a:blip r:embed="rId2"/>
                <a:stretch>
                  <a:fillRect t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77E2C53-CFD5-9B6D-F522-EA7C67282344}"/>
              </a:ext>
            </a:extLst>
          </p:cNvPr>
          <p:cNvSpPr txBox="1"/>
          <p:nvPr/>
        </p:nvSpPr>
        <p:spPr>
          <a:xfrm>
            <a:off x="2039417" y="2359331"/>
            <a:ext cx="2150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Characterized by operating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2E981-29A7-C8ED-4DA2-E1F46FB0B88F}"/>
              </a:ext>
            </a:extLst>
          </p:cNvPr>
          <p:cNvSpPr txBox="1"/>
          <p:nvPr/>
        </p:nvSpPr>
        <p:spPr>
          <a:xfrm>
            <a:off x="4441324" y="3574895"/>
            <a:ext cx="3328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Estimated with lab (e.g., modal) tests or numerical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892EE-5A93-50BF-1659-2D8C82E0920B}"/>
              </a:ext>
            </a:extLst>
          </p:cNvPr>
          <p:cNvSpPr txBox="1"/>
          <p:nvPr/>
        </p:nvSpPr>
        <p:spPr>
          <a:xfrm>
            <a:off x="7520618" y="2359331"/>
            <a:ext cx="2660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Indirectly estimate the forces in most situations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7F0926-223E-ECBA-95EA-C466A023853B}"/>
              </a:ext>
            </a:extLst>
          </p:cNvPr>
          <p:cNvSpPr/>
          <p:nvPr/>
        </p:nvSpPr>
        <p:spPr>
          <a:xfrm>
            <a:off x="1064297" y="927028"/>
            <a:ext cx="10063407" cy="662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We want to define all the elements in the equation of motion for our system</a:t>
            </a:r>
          </a:p>
        </p:txBody>
      </p:sp>
    </p:spTree>
    <p:extLst>
      <p:ext uri="{BB962C8B-B14F-4D97-AF65-F5344CB8AC3E}">
        <p14:creationId xmlns:p14="http://schemas.microsoft.com/office/powerpoint/2010/main" val="1149241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C573A-5146-CA2F-57C0-A37348FE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6FD77CC-9BE7-DEA3-556D-14E577278074}"/>
              </a:ext>
            </a:extLst>
          </p:cNvPr>
          <p:cNvSpPr/>
          <p:nvPr/>
        </p:nvSpPr>
        <p:spPr>
          <a:xfrm>
            <a:off x="5755774" y="2228044"/>
            <a:ext cx="699655" cy="1564640"/>
          </a:xfrm>
          <a:prstGeom prst="roundRect">
            <a:avLst>
              <a:gd name="adj" fmla="val 775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E6DD4BC-2EF4-3BD6-1F1B-03C65E603FDB}"/>
              </a:ext>
            </a:extLst>
          </p:cNvPr>
          <p:cNvSpPr/>
          <p:nvPr/>
        </p:nvSpPr>
        <p:spPr>
          <a:xfrm>
            <a:off x="4362046" y="3484233"/>
            <a:ext cx="3487111" cy="816149"/>
          </a:xfrm>
          <a:prstGeom prst="roundRect">
            <a:avLst>
              <a:gd name="adj" fmla="val 775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0D976B2-BBF1-C7F8-2740-D1B63A7F62C8}"/>
              </a:ext>
            </a:extLst>
          </p:cNvPr>
          <p:cNvSpPr/>
          <p:nvPr/>
        </p:nvSpPr>
        <p:spPr>
          <a:xfrm>
            <a:off x="1832261" y="2228043"/>
            <a:ext cx="3328554" cy="908907"/>
          </a:xfrm>
          <a:prstGeom prst="roundRect">
            <a:avLst>
              <a:gd name="adj" fmla="val 77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C06846-76CE-6DDC-33E5-C3C5D0109A9B}"/>
              </a:ext>
            </a:extLst>
          </p:cNvPr>
          <p:cNvSpPr/>
          <p:nvPr/>
        </p:nvSpPr>
        <p:spPr>
          <a:xfrm>
            <a:off x="6500577" y="2228043"/>
            <a:ext cx="3931893" cy="908907"/>
          </a:xfrm>
          <a:prstGeom prst="roundRect">
            <a:avLst>
              <a:gd name="adj" fmla="val 775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6CDB6-A027-6340-E800-31F7DFBDE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Describing Noise and Vibration with Physics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798CD1-1F54-3B83-A7C0-A499656051D1}"/>
                  </a:ext>
                </a:extLst>
              </p:cNvPr>
              <p:cNvSpPr txBox="1"/>
              <p:nvPr/>
            </p:nvSpPr>
            <p:spPr>
              <a:xfrm>
                <a:off x="4278918" y="2336600"/>
                <a:ext cx="2989921" cy="6917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798CD1-1F54-3B83-A7C0-A49965605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918" y="2336600"/>
                <a:ext cx="2989921" cy="691792"/>
              </a:xfrm>
              <a:prstGeom prst="rect">
                <a:avLst/>
              </a:prstGeom>
              <a:blipFill>
                <a:blip r:embed="rId2"/>
                <a:stretch>
                  <a:fillRect t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7247D28-5BF3-9DC2-88ED-417D170936DA}"/>
              </a:ext>
            </a:extLst>
          </p:cNvPr>
          <p:cNvSpPr txBox="1"/>
          <p:nvPr/>
        </p:nvSpPr>
        <p:spPr>
          <a:xfrm>
            <a:off x="2039417" y="2359331"/>
            <a:ext cx="2150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Characterized by operating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892FC-14E0-7185-BADB-E13A17C69FF2}"/>
              </a:ext>
            </a:extLst>
          </p:cNvPr>
          <p:cNvSpPr txBox="1"/>
          <p:nvPr/>
        </p:nvSpPr>
        <p:spPr>
          <a:xfrm>
            <a:off x="4441324" y="3574895"/>
            <a:ext cx="3328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Estimated with lab (e.g., modal) tests or numerical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28931-E4EA-F356-8041-948713BC84D2}"/>
              </a:ext>
            </a:extLst>
          </p:cNvPr>
          <p:cNvSpPr txBox="1"/>
          <p:nvPr/>
        </p:nvSpPr>
        <p:spPr>
          <a:xfrm>
            <a:off x="7520618" y="2359331"/>
            <a:ext cx="2660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Indirectly estimate the forces in most situations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026444-FCE9-2A1F-6806-809BA907FCDC}"/>
              </a:ext>
            </a:extLst>
          </p:cNvPr>
          <p:cNvSpPr/>
          <p:nvPr/>
        </p:nvSpPr>
        <p:spPr>
          <a:xfrm>
            <a:off x="1064297" y="927028"/>
            <a:ext cx="10063407" cy="662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We want to define all the elements in the equation of motion for our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2BAD4-8213-F3A1-FFC5-4E33F72CD9F5}"/>
              </a:ext>
            </a:extLst>
          </p:cNvPr>
          <p:cNvSpPr txBox="1"/>
          <p:nvPr/>
        </p:nvSpPr>
        <p:spPr>
          <a:xfrm>
            <a:off x="4656069" y="5015767"/>
            <a:ext cx="2763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Three different techniques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693953D6-8680-22FE-6EF3-7614907B7250}"/>
              </a:ext>
            </a:extLst>
          </p:cNvPr>
          <p:cNvSpPr/>
          <p:nvPr/>
        </p:nvSpPr>
        <p:spPr>
          <a:xfrm>
            <a:off x="3416601" y="978983"/>
            <a:ext cx="2763040" cy="4590545"/>
          </a:xfrm>
          <a:prstGeom prst="arc">
            <a:avLst>
              <a:gd name="adj1" fmla="val 5804098"/>
              <a:gd name="adj2" fmla="val 10698525"/>
            </a:avLst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27BDED3-9E2D-9D46-1DC2-75ACAB444069}"/>
              </a:ext>
            </a:extLst>
          </p:cNvPr>
          <p:cNvSpPr/>
          <p:nvPr/>
        </p:nvSpPr>
        <p:spPr>
          <a:xfrm>
            <a:off x="5966597" y="888126"/>
            <a:ext cx="2763040" cy="4590545"/>
          </a:xfrm>
          <a:prstGeom prst="arc">
            <a:avLst>
              <a:gd name="adj1" fmla="val 340622"/>
              <a:gd name="adj2" fmla="val 4920529"/>
            </a:avLst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3E76106-172B-3A06-1E0F-002F0AEF5E13}"/>
              </a:ext>
            </a:extLst>
          </p:cNvPr>
          <p:cNvCxnSpPr>
            <a:endCxn id="3" idx="0"/>
          </p:cNvCxnSpPr>
          <p:nvPr/>
        </p:nvCxnSpPr>
        <p:spPr>
          <a:xfrm>
            <a:off x="5966597" y="4426527"/>
            <a:ext cx="70992" cy="58924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140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CACCD-DAE0-4FF3-E9F0-4BD59E40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Lingo Soup with TPA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8F829-85FF-73FF-DC74-7E3F6D50C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995" y="1193459"/>
            <a:ext cx="7240010" cy="48774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9BB935-91AE-00DE-EEE3-925BE643F004}"/>
              </a:ext>
            </a:extLst>
          </p:cNvPr>
          <p:cNvSpPr txBox="1"/>
          <p:nvPr/>
        </p:nvSpPr>
        <p:spPr>
          <a:xfrm>
            <a:off x="5603846" y="1476462"/>
            <a:ext cx="91440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Hybrid TPA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A9F7F9-E2FA-0BC1-731A-C305A80765A2}"/>
              </a:ext>
            </a:extLst>
          </p:cNvPr>
          <p:cNvSpPr txBox="1"/>
          <p:nvPr/>
        </p:nvSpPr>
        <p:spPr>
          <a:xfrm>
            <a:off x="6452532" y="4044892"/>
            <a:ext cx="98011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Component Based TPA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25469A-E31F-E0BE-0214-833EA76916B7}"/>
              </a:ext>
            </a:extLst>
          </p:cNvPr>
          <p:cNvSpPr txBox="1"/>
          <p:nvPr/>
        </p:nvSpPr>
        <p:spPr>
          <a:xfrm>
            <a:off x="8237989" y="2343325"/>
            <a:ext cx="107518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Classical TPA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AB44D4-5DFA-D063-8C55-60BCB8E0635C}"/>
              </a:ext>
            </a:extLst>
          </p:cNvPr>
          <p:cNvSpPr txBox="1"/>
          <p:nvPr/>
        </p:nvSpPr>
        <p:spPr>
          <a:xfrm>
            <a:off x="3264715" y="1337962"/>
            <a:ext cx="1156283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Pseudo Forces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D62669-74FE-E119-B740-70462DEA9997}"/>
              </a:ext>
            </a:extLst>
          </p:cNvPr>
          <p:cNvSpPr txBox="1"/>
          <p:nvPr/>
        </p:nvSpPr>
        <p:spPr>
          <a:xfrm>
            <a:off x="6360953" y="2194374"/>
            <a:ext cx="74662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Blocked Forces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1E7AC-B756-C678-E0CA-3A92DB4A010C}"/>
              </a:ext>
            </a:extLst>
          </p:cNvPr>
          <p:cNvSpPr txBox="1"/>
          <p:nvPr/>
        </p:nvSpPr>
        <p:spPr>
          <a:xfrm>
            <a:off x="2618063" y="2009114"/>
            <a:ext cx="1224793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Contact Forces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FAB660-183C-1964-7762-1CF8B42C537A}"/>
              </a:ext>
            </a:extLst>
          </p:cNvPr>
          <p:cNvSpPr txBox="1"/>
          <p:nvPr/>
        </p:nvSpPr>
        <p:spPr>
          <a:xfrm>
            <a:off x="7701094" y="1353034"/>
            <a:ext cx="103447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Free-velocity Forces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7AB4DE-DF93-7A1E-FBC7-FAA34F89A136}"/>
              </a:ext>
            </a:extLst>
          </p:cNvPr>
          <p:cNvSpPr txBox="1"/>
          <p:nvPr/>
        </p:nvSpPr>
        <p:spPr>
          <a:xfrm>
            <a:off x="6768518" y="1558213"/>
            <a:ext cx="66412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Source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0EFB74-3863-AF59-C0F1-FED112D71D99}"/>
              </a:ext>
            </a:extLst>
          </p:cNvPr>
          <p:cNvSpPr txBox="1"/>
          <p:nvPr/>
        </p:nvSpPr>
        <p:spPr>
          <a:xfrm>
            <a:off x="5434397" y="2051684"/>
            <a:ext cx="58050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Paths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0ADC54-E8B4-29A6-8558-B1D7E01EB97C}"/>
              </a:ext>
            </a:extLst>
          </p:cNvPr>
          <p:cNvSpPr txBox="1"/>
          <p:nvPr/>
        </p:nvSpPr>
        <p:spPr>
          <a:xfrm>
            <a:off x="4536382" y="1558212"/>
            <a:ext cx="82645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Receivers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02D081-B248-83FF-29FA-8D4E6ED26A77}"/>
              </a:ext>
            </a:extLst>
          </p:cNvPr>
          <p:cNvSpPr txBox="1"/>
          <p:nvPr/>
        </p:nvSpPr>
        <p:spPr>
          <a:xfrm>
            <a:off x="7322925" y="3375773"/>
            <a:ext cx="91506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Indicators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B3723E-0A18-ABFF-B5AE-9B97BD88E3F5}"/>
              </a:ext>
            </a:extLst>
          </p:cNvPr>
          <p:cNvSpPr txBox="1"/>
          <p:nvPr/>
        </p:nvSpPr>
        <p:spPr>
          <a:xfrm>
            <a:off x="7770869" y="2733732"/>
            <a:ext cx="103447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Contribution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90479D-BB8E-E295-B52C-5D6DB76BF931}"/>
              </a:ext>
            </a:extLst>
          </p:cNvPr>
          <p:cNvSpPr txBox="1"/>
          <p:nvPr/>
        </p:nvSpPr>
        <p:spPr>
          <a:xfrm>
            <a:off x="8633138" y="3447308"/>
            <a:ext cx="89099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Equivalent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4F9CD0-E8A4-50A3-1B10-3A0710242DF8}"/>
              </a:ext>
            </a:extLst>
          </p:cNvPr>
          <p:cNvSpPr txBox="1"/>
          <p:nvPr/>
        </p:nvSpPr>
        <p:spPr>
          <a:xfrm>
            <a:off x="3372374" y="2541766"/>
            <a:ext cx="58856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Target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786234-DFA6-2B82-7D9D-CA1A1F747502}"/>
              </a:ext>
            </a:extLst>
          </p:cNvPr>
          <p:cNvSpPr txBox="1"/>
          <p:nvPr/>
        </p:nvSpPr>
        <p:spPr>
          <a:xfrm>
            <a:off x="7659261" y="3908973"/>
            <a:ext cx="91506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Virtual Prototype</a:t>
            </a:r>
          </a:p>
        </p:txBody>
      </p:sp>
    </p:spTree>
    <p:extLst>
      <p:ext uri="{BB962C8B-B14F-4D97-AF65-F5344CB8AC3E}">
        <p14:creationId xmlns:p14="http://schemas.microsoft.com/office/powerpoint/2010/main" val="1122464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7E5BD-B374-73C4-17DE-435582D8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 Types of TPA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16277C-393F-BCC9-FDE2-D6113B77B5A9}"/>
              </a:ext>
            </a:extLst>
          </p:cNvPr>
          <p:cNvSpPr/>
          <p:nvPr/>
        </p:nvSpPr>
        <p:spPr>
          <a:xfrm>
            <a:off x="4451110" y="936477"/>
            <a:ext cx="3289780" cy="769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Transfer Path Analysis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94241C-B3EE-F1D1-5AF3-D7D57840197C}"/>
              </a:ext>
            </a:extLst>
          </p:cNvPr>
          <p:cNvSpPr/>
          <p:nvPr/>
        </p:nvSpPr>
        <p:spPr>
          <a:xfrm>
            <a:off x="264919" y="2825489"/>
            <a:ext cx="3683589" cy="420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Classical TPA</a:t>
            </a:r>
          </a:p>
        </p:txBody>
      </p:sp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FA9E583B-7BAA-F532-277F-022057B9AA77}"/>
              </a:ext>
            </a:extLst>
          </p:cNvPr>
          <p:cNvSpPr/>
          <p:nvPr/>
        </p:nvSpPr>
        <p:spPr>
          <a:xfrm>
            <a:off x="4254206" y="2825489"/>
            <a:ext cx="3683589" cy="420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Component Based TPA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E9C31-CC05-E2D2-73C4-3362B7B0ED1F}"/>
              </a:ext>
            </a:extLst>
          </p:cNvPr>
          <p:cNvSpPr txBox="1"/>
          <p:nvPr/>
        </p:nvSpPr>
        <p:spPr>
          <a:xfrm>
            <a:off x="264919" y="3399482"/>
            <a:ext cx="36835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Direct Force Measurement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Mount Stiffness Method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Matrix Inversion Method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73ACF460-2853-CCEA-72B1-DB2738B28EB9}"/>
              </a:ext>
            </a:extLst>
          </p:cNvPr>
          <p:cNvSpPr/>
          <p:nvPr/>
        </p:nvSpPr>
        <p:spPr>
          <a:xfrm>
            <a:off x="8206026" y="2825489"/>
            <a:ext cx="3683589" cy="420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Operational TPA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A7F5C-3580-207A-8B1D-DF7572863AF3}"/>
              </a:ext>
            </a:extLst>
          </p:cNvPr>
          <p:cNvSpPr txBox="1"/>
          <p:nvPr/>
        </p:nvSpPr>
        <p:spPr>
          <a:xfrm>
            <a:off x="4254206" y="3369573"/>
            <a:ext cx="3683588" cy="2780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Free Velocity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Blocked Forces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In-situ Forces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Equivalent Source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Pseudo Forces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80C522-6381-C278-75EC-99D92407D018}"/>
              </a:ext>
            </a:extLst>
          </p:cNvPr>
          <p:cNvSpPr txBox="1"/>
          <p:nvPr/>
        </p:nvSpPr>
        <p:spPr>
          <a:xfrm>
            <a:off x="8206027" y="3399482"/>
            <a:ext cx="3683588" cy="1610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Matrix Inversion Method with Transmissibility Functions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Other Methods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D8C5FE-3DA5-F5F0-09B3-DB38BC2BE58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106714" y="1705599"/>
            <a:ext cx="3989286" cy="1119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1032DB-C419-9F49-6427-AB134F37014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096000" y="1705599"/>
            <a:ext cx="1" cy="1119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413E61-936C-59AD-F095-BB0219150CE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6000" y="1705599"/>
            <a:ext cx="3951821" cy="1119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447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3267D-1CEA-084D-22E6-F9F7F5B2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0E67-E4FB-32F5-648F-CAE73242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 Types of TPA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5E1638-0D4C-ADEB-B2D6-BB8C5383A5A1}"/>
              </a:ext>
            </a:extLst>
          </p:cNvPr>
          <p:cNvSpPr/>
          <p:nvPr/>
        </p:nvSpPr>
        <p:spPr>
          <a:xfrm>
            <a:off x="4451110" y="936477"/>
            <a:ext cx="3289780" cy="769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Transfer Path Analysis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E26F12-B4EB-5CAE-5690-1E88C1670BB7}"/>
              </a:ext>
            </a:extLst>
          </p:cNvPr>
          <p:cNvSpPr/>
          <p:nvPr/>
        </p:nvSpPr>
        <p:spPr>
          <a:xfrm>
            <a:off x="264919" y="2825489"/>
            <a:ext cx="3683589" cy="420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Classical TPA</a:t>
            </a:r>
          </a:p>
        </p:txBody>
      </p:sp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873E2425-DECF-D597-950F-5B71AA2E8819}"/>
              </a:ext>
            </a:extLst>
          </p:cNvPr>
          <p:cNvSpPr/>
          <p:nvPr/>
        </p:nvSpPr>
        <p:spPr>
          <a:xfrm>
            <a:off x="4254206" y="2825489"/>
            <a:ext cx="3683589" cy="420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Component Based TPA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875E1-8ED8-BCDD-34A2-B517A05DC2DF}"/>
              </a:ext>
            </a:extLst>
          </p:cNvPr>
          <p:cNvSpPr txBox="1"/>
          <p:nvPr/>
        </p:nvSpPr>
        <p:spPr>
          <a:xfrm>
            <a:off x="264919" y="3399482"/>
            <a:ext cx="36835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Direct Force Measurement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Mount Stiffness Method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Matrix Inversion Method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9D044D35-6812-D1BC-01B3-8F3409589D6D}"/>
              </a:ext>
            </a:extLst>
          </p:cNvPr>
          <p:cNvSpPr/>
          <p:nvPr/>
        </p:nvSpPr>
        <p:spPr>
          <a:xfrm>
            <a:off x="8206026" y="2825489"/>
            <a:ext cx="3683589" cy="420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Operational TPA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C412C-BBC7-A328-3152-2EB3704E3A8A}"/>
              </a:ext>
            </a:extLst>
          </p:cNvPr>
          <p:cNvSpPr txBox="1"/>
          <p:nvPr/>
        </p:nvSpPr>
        <p:spPr>
          <a:xfrm>
            <a:off x="4254206" y="3369573"/>
            <a:ext cx="3683588" cy="2780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Free Velocity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Blocked Forces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In-situ Forces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Equivalent Source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Pseudo Forces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150CD-0D2C-0D62-4C52-C83671B2D9F2}"/>
              </a:ext>
            </a:extLst>
          </p:cNvPr>
          <p:cNvSpPr txBox="1"/>
          <p:nvPr/>
        </p:nvSpPr>
        <p:spPr>
          <a:xfrm>
            <a:off x="8206027" y="3399482"/>
            <a:ext cx="3683588" cy="1610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Matrix Inversion Method with Transmissibility Functions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Other Methods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4F5D91-87C2-336A-818E-9B54A58E2BA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106714" y="1705599"/>
            <a:ext cx="3989286" cy="1119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F25D65-4A14-EB34-B46B-243F05CF5DE9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096000" y="1705599"/>
            <a:ext cx="1" cy="1119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D90DBF-AD3E-26D8-6B5B-AC455006BB7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6000" y="1705599"/>
            <a:ext cx="3951821" cy="1119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ross 15">
            <a:extLst>
              <a:ext uri="{FF2B5EF4-FFF2-40B4-BE49-F238E27FC236}">
                <a16:creationId xmlns:a16="http://schemas.microsoft.com/office/drawing/2014/main" id="{B683FDEC-7008-294E-4F93-48F92EA9530D}"/>
              </a:ext>
            </a:extLst>
          </p:cNvPr>
          <p:cNvSpPr/>
          <p:nvPr/>
        </p:nvSpPr>
        <p:spPr>
          <a:xfrm rot="18816545">
            <a:off x="9092112" y="3211610"/>
            <a:ext cx="1554480" cy="1554480"/>
          </a:xfrm>
          <a:prstGeom prst="plus">
            <a:avLst>
              <a:gd name="adj" fmla="val 447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F8D2D-5877-465A-50BA-3718894A5359}"/>
              </a:ext>
            </a:extLst>
          </p:cNvPr>
          <p:cNvSpPr txBox="1"/>
          <p:nvPr/>
        </p:nvSpPr>
        <p:spPr>
          <a:xfrm>
            <a:off x="8416566" y="4803310"/>
            <a:ext cx="290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b="1" dirty="0"/>
              <a:t>Left out for brevity</a:t>
            </a:r>
          </a:p>
        </p:txBody>
      </p:sp>
    </p:spTree>
    <p:extLst>
      <p:ext uri="{BB962C8B-B14F-4D97-AF65-F5344CB8AC3E}">
        <p14:creationId xmlns:p14="http://schemas.microsoft.com/office/powerpoint/2010/main" val="3130982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3267D-1CEA-084D-22E6-F9F7F5B2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0E67-E4FB-32F5-648F-CAE73242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 Types of TPA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5E1638-0D4C-ADEB-B2D6-BB8C5383A5A1}"/>
              </a:ext>
            </a:extLst>
          </p:cNvPr>
          <p:cNvSpPr/>
          <p:nvPr/>
        </p:nvSpPr>
        <p:spPr>
          <a:xfrm>
            <a:off x="4451110" y="936477"/>
            <a:ext cx="3289780" cy="769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Transfer Path Analysis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E26F12-B4EB-5CAE-5690-1E88C1670BB7}"/>
              </a:ext>
            </a:extLst>
          </p:cNvPr>
          <p:cNvSpPr/>
          <p:nvPr/>
        </p:nvSpPr>
        <p:spPr>
          <a:xfrm>
            <a:off x="264919" y="2825489"/>
            <a:ext cx="3683589" cy="420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Classical TPA</a:t>
            </a:r>
          </a:p>
        </p:txBody>
      </p:sp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873E2425-DECF-D597-950F-5B71AA2E8819}"/>
              </a:ext>
            </a:extLst>
          </p:cNvPr>
          <p:cNvSpPr/>
          <p:nvPr/>
        </p:nvSpPr>
        <p:spPr>
          <a:xfrm>
            <a:off x="4254206" y="2825489"/>
            <a:ext cx="3683589" cy="420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Component Based TPA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875E1-8ED8-BCDD-34A2-B517A05DC2DF}"/>
              </a:ext>
            </a:extLst>
          </p:cNvPr>
          <p:cNvSpPr txBox="1"/>
          <p:nvPr/>
        </p:nvSpPr>
        <p:spPr>
          <a:xfrm>
            <a:off x="264919" y="3399482"/>
            <a:ext cx="36835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Direct Force Measurement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Mount Stiffness Method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Matrix Inversion Method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9D044D35-6812-D1BC-01B3-8F3409589D6D}"/>
              </a:ext>
            </a:extLst>
          </p:cNvPr>
          <p:cNvSpPr/>
          <p:nvPr/>
        </p:nvSpPr>
        <p:spPr>
          <a:xfrm>
            <a:off x="8206026" y="2825489"/>
            <a:ext cx="3683589" cy="420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Operational TPA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C412C-BBC7-A328-3152-2EB3704E3A8A}"/>
              </a:ext>
            </a:extLst>
          </p:cNvPr>
          <p:cNvSpPr txBox="1"/>
          <p:nvPr/>
        </p:nvSpPr>
        <p:spPr>
          <a:xfrm>
            <a:off x="4254206" y="3369573"/>
            <a:ext cx="3683588" cy="2780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Free Velocity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Blocked Forces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In-situ Forces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Equivalent Source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Pseudo Forces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150CD-0D2C-0D62-4C52-C83671B2D9F2}"/>
              </a:ext>
            </a:extLst>
          </p:cNvPr>
          <p:cNvSpPr txBox="1"/>
          <p:nvPr/>
        </p:nvSpPr>
        <p:spPr>
          <a:xfrm>
            <a:off x="8206027" y="3399482"/>
            <a:ext cx="3683588" cy="1610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Matrix Inversion Method with Transmissibility Functions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Other Methods</a:t>
            </a:r>
          </a:p>
          <a:p>
            <a:pPr marL="285750" indent="-28575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4F5D91-87C2-336A-818E-9B54A58E2BA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106714" y="1705599"/>
            <a:ext cx="3989286" cy="1119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F25D65-4A14-EB34-B46B-243F05CF5DE9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096000" y="1705599"/>
            <a:ext cx="1" cy="1119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D90DBF-AD3E-26D8-6B5B-AC455006BB7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6000" y="1705599"/>
            <a:ext cx="3951821" cy="1119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ross 15">
            <a:extLst>
              <a:ext uri="{FF2B5EF4-FFF2-40B4-BE49-F238E27FC236}">
                <a16:creationId xmlns:a16="http://schemas.microsoft.com/office/drawing/2014/main" id="{B683FDEC-7008-294E-4F93-48F92EA9530D}"/>
              </a:ext>
            </a:extLst>
          </p:cNvPr>
          <p:cNvSpPr/>
          <p:nvPr/>
        </p:nvSpPr>
        <p:spPr>
          <a:xfrm rot="18816545">
            <a:off x="9092112" y="3211610"/>
            <a:ext cx="1554480" cy="1554480"/>
          </a:xfrm>
          <a:prstGeom prst="plus">
            <a:avLst>
              <a:gd name="adj" fmla="val 447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F8D2D-5877-465A-50BA-3718894A5359}"/>
              </a:ext>
            </a:extLst>
          </p:cNvPr>
          <p:cNvSpPr txBox="1"/>
          <p:nvPr/>
        </p:nvSpPr>
        <p:spPr>
          <a:xfrm>
            <a:off x="8416566" y="4803310"/>
            <a:ext cx="290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b="1" dirty="0"/>
              <a:t>Left out for brevity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560225F3-8DCE-C4A3-C23E-002BF237864B}"/>
              </a:ext>
            </a:extLst>
          </p:cNvPr>
          <p:cNvSpPr/>
          <p:nvPr/>
        </p:nvSpPr>
        <p:spPr>
          <a:xfrm rot="16200000">
            <a:off x="1947324" y="3146182"/>
            <a:ext cx="318782" cy="3683587"/>
          </a:xfrm>
          <a:custGeom>
            <a:avLst/>
            <a:gdLst>
              <a:gd name="connsiteX0" fmla="*/ 318782 w 318782"/>
              <a:gd name="connsiteY0" fmla="*/ 3683587 h 3683587"/>
              <a:gd name="connsiteX1" fmla="*/ 159391 w 318782"/>
              <a:gd name="connsiteY1" fmla="*/ 3657023 h 3683587"/>
              <a:gd name="connsiteX2" fmla="*/ 159391 w 318782"/>
              <a:gd name="connsiteY2" fmla="*/ 3114461 h 3683587"/>
              <a:gd name="connsiteX3" fmla="*/ 159391 w 318782"/>
              <a:gd name="connsiteY3" fmla="*/ 2500353 h 3683587"/>
              <a:gd name="connsiteX4" fmla="*/ 159391 w 318782"/>
              <a:gd name="connsiteY4" fmla="*/ 1868358 h 3683587"/>
              <a:gd name="connsiteX5" fmla="*/ 0 w 318782"/>
              <a:gd name="connsiteY5" fmla="*/ 1841794 h 3683587"/>
              <a:gd name="connsiteX6" fmla="*/ 159391 w 318782"/>
              <a:gd name="connsiteY6" fmla="*/ 1815230 h 3683587"/>
              <a:gd name="connsiteX7" fmla="*/ 159391 w 318782"/>
              <a:gd name="connsiteY7" fmla="*/ 1219008 h 3683587"/>
              <a:gd name="connsiteX8" fmla="*/ 159391 w 318782"/>
              <a:gd name="connsiteY8" fmla="*/ 604899 h 3683587"/>
              <a:gd name="connsiteX9" fmla="*/ 159391 w 318782"/>
              <a:gd name="connsiteY9" fmla="*/ 26564 h 3683587"/>
              <a:gd name="connsiteX10" fmla="*/ 318782 w 318782"/>
              <a:gd name="connsiteY10" fmla="*/ 0 h 3683587"/>
              <a:gd name="connsiteX11" fmla="*/ 318782 w 318782"/>
              <a:gd name="connsiteY11" fmla="*/ 650767 h 3683587"/>
              <a:gd name="connsiteX12" fmla="*/ 318782 w 318782"/>
              <a:gd name="connsiteY12" fmla="*/ 1154191 h 3683587"/>
              <a:gd name="connsiteX13" fmla="*/ 318782 w 318782"/>
              <a:gd name="connsiteY13" fmla="*/ 1768122 h 3683587"/>
              <a:gd name="connsiteX14" fmla="*/ 318782 w 318782"/>
              <a:gd name="connsiteY14" fmla="*/ 2418889 h 3683587"/>
              <a:gd name="connsiteX15" fmla="*/ 318782 w 318782"/>
              <a:gd name="connsiteY15" fmla="*/ 3032820 h 3683587"/>
              <a:gd name="connsiteX16" fmla="*/ 318782 w 318782"/>
              <a:gd name="connsiteY16" fmla="*/ 3683587 h 3683587"/>
              <a:gd name="connsiteX0" fmla="*/ 318782 w 318782"/>
              <a:gd name="connsiteY0" fmla="*/ 3683587 h 3683587"/>
              <a:gd name="connsiteX1" fmla="*/ 159391 w 318782"/>
              <a:gd name="connsiteY1" fmla="*/ 3657023 h 3683587"/>
              <a:gd name="connsiteX2" fmla="*/ 159391 w 318782"/>
              <a:gd name="connsiteY2" fmla="*/ 3096575 h 3683587"/>
              <a:gd name="connsiteX3" fmla="*/ 159391 w 318782"/>
              <a:gd name="connsiteY3" fmla="*/ 2482466 h 3683587"/>
              <a:gd name="connsiteX4" fmla="*/ 159391 w 318782"/>
              <a:gd name="connsiteY4" fmla="*/ 1868358 h 3683587"/>
              <a:gd name="connsiteX5" fmla="*/ 0 w 318782"/>
              <a:gd name="connsiteY5" fmla="*/ 1841794 h 3683587"/>
              <a:gd name="connsiteX6" fmla="*/ 159391 w 318782"/>
              <a:gd name="connsiteY6" fmla="*/ 1815230 h 3683587"/>
              <a:gd name="connsiteX7" fmla="*/ 159391 w 318782"/>
              <a:gd name="connsiteY7" fmla="*/ 1201121 h 3683587"/>
              <a:gd name="connsiteX8" fmla="*/ 159391 w 318782"/>
              <a:gd name="connsiteY8" fmla="*/ 587013 h 3683587"/>
              <a:gd name="connsiteX9" fmla="*/ 159391 w 318782"/>
              <a:gd name="connsiteY9" fmla="*/ 26564 h 3683587"/>
              <a:gd name="connsiteX10" fmla="*/ 318782 w 318782"/>
              <a:gd name="connsiteY10" fmla="*/ 0 h 3683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8782" h="3683587" stroke="0" extrusionOk="0">
                <a:moveTo>
                  <a:pt x="318782" y="3683587"/>
                </a:moveTo>
                <a:cubicBezTo>
                  <a:pt x="229767" y="3683551"/>
                  <a:pt x="156754" y="3674086"/>
                  <a:pt x="159391" y="3657023"/>
                </a:cubicBezTo>
                <a:cubicBezTo>
                  <a:pt x="168538" y="3480083"/>
                  <a:pt x="158564" y="3257966"/>
                  <a:pt x="159391" y="3114461"/>
                </a:cubicBezTo>
                <a:cubicBezTo>
                  <a:pt x="160218" y="2970956"/>
                  <a:pt x="164827" y="2803366"/>
                  <a:pt x="159391" y="2500353"/>
                </a:cubicBezTo>
                <a:cubicBezTo>
                  <a:pt x="153955" y="2197340"/>
                  <a:pt x="150872" y="2174599"/>
                  <a:pt x="159391" y="1868358"/>
                </a:cubicBezTo>
                <a:cubicBezTo>
                  <a:pt x="153139" y="1856674"/>
                  <a:pt x="77317" y="1845800"/>
                  <a:pt x="0" y="1841794"/>
                </a:cubicBezTo>
                <a:cubicBezTo>
                  <a:pt x="89618" y="1843159"/>
                  <a:pt x="156908" y="1828908"/>
                  <a:pt x="159391" y="1815230"/>
                </a:cubicBezTo>
                <a:cubicBezTo>
                  <a:pt x="139055" y="1684785"/>
                  <a:pt x="166059" y="1446524"/>
                  <a:pt x="159391" y="1219008"/>
                </a:cubicBezTo>
                <a:cubicBezTo>
                  <a:pt x="152723" y="991492"/>
                  <a:pt x="169581" y="810425"/>
                  <a:pt x="159391" y="604899"/>
                </a:cubicBezTo>
                <a:cubicBezTo>
                  <a:pt x="149201" y="399373"/>
                  <a:pt x="143495" y="204118"/>
                  <a:pt x="159391" y="26564"/>
                </a:cubicBezTo>
                <a:cubicBezTo>
                  <a:pt x="162909" y="11377"/>
                  <a:pt x="229160" y="-4231"/>
                  <a:pt x="318782" y="0"/>
                </a:cubicBezTo>
                <a:cubicBezTo>
                  <a:pt x="334433" y="200925"/>
                  <a:pt x="302444" y="450804"/>
                  <a:pt x="318782" y="650767"/>
                </a:cubicBezTo>
                <a:cubicBezTo>
                  <a:pt x="335120" y="850730"/>
                  <a:pt x="315016" y="917629"/>
                  <a:pt x="318782" y="1154191"/>
                </a:cubicBezTo>
                <a:cubicBezTo>
                  <a:pt x="322548" y="1390753"/>
                  <a:pt x="299741" y="1558617"/>
                  <a:pt x="318782" y="1768122"/>
                </a:cubicBezTo>
                <a:cubicBezTo>
                  <a:pt x="337823" y="1977627"/>
                  <a:pt x="349696" y="2261523"/>
                  <a:pt x="318782" y="2418889"/>
                </a:cubicBezTo>
                <a:cubicBezTo>
                  <a:pt x="287868" y="2576255"/>
                  <a:pt x="318670" y="2743160"/>
                  <a:pt x="318782" y="3032820"/>
                </a:cubicBezTo>
                <a:cubicBezTo>
                  <a:pt x="318894" y="3322480"/>
                  <a:pt x="338090" y="3446701"/>
                  <a:pt x="318782" y="3683587"/>
                </a:cubicBezTo>
                <a:close/>
              </a:path>
              <a:path w="318782" h="3683587" fill="none" extrusionOk="0">
                <a:moveTo>
                  <a:pt x="318782" y="3683587"/>
                </a:moveTo>
                <a:cubicBezTo>
                  <a:pt x="229845" y="3680400"/>
                  <a:pt x="159906" y="3671683"/>
                  <a:pt x="159391" y="3657023"/>
                </a:cubicBezTo>
                <a:cubicBezTo>
                  <a:pt x="141292" y="3430884"/>
                  <a:pt x="143555" y="3354510"/>
                  <a:pt x="159391" y="3096575"/>
                </a:cubicBezTo>
                <a:cubicBezTo>
                  <a:pt x="175227" y="2838640"/>
                  <a:pt x="130105" y="2697016"/>
                  <a:pt x="159391" y="2482466"/>
                </a:cubicBezTo>
                <a:cubicBezTo>
                  <a:pt x="188677" y="2267916"/>
                  <a:pt x="187926" y="1999697"/>
                  <a:pt x="159391" y="1868358"/>
                </a:cubicBezTo>
                <a:cubicBezTo>
                  <a:pt x="166612" y="1867189"/>
                  <a:pt x="85833" y="1856009"/>
                  <a:pt x="0" y="1841794"/>
                </a:cubicBezTo>
                <a:cubicBezTo>
                  <a:pt x="86919" y="1841443"/>
                  <a:pt x="161236" y="1827350"/>
                  <a:pt x="159391" y="1815230"/>
                </a:cubicBezTo>
                <a:cubicBezTo>
                  <a:pt x="134787" y="1640713"/>
                  <a:pt x="162122" y="1496061"/>
                  <a:pt x="159391" y="1201121"/>
                </a:cubicBezTo>
                <a:cubicBezTo>
                  <a:pt x="156660" y="906181"/>
                  <a:pt x="168559" y="830445"/>
                  <a:pt x="159391" y="587013"/>
                </a:cubicBezTo>
                <a:cubicBezTo>
                  <a:pt x="150223" y="343581"/>
                  <a:pt x="157863" y="218921"/>
                  <a:pt x="159391" y="26564"/>
                </a:cubicBezTo>
                <a:cubicBezTo>
                  <a:pt x="157331" y="13559"/>
                  <a:pt x="230325" y="2228"/>
                  <a:pt x="318782" y="0"/>
                </a:cubicBezTo>
              </a:path>
              <a:path w="318782" h="3683587" fill="none" stroke="0" extrusionOk="0">
                <a:moveTo>
                  <a:pt x="318782" y="3683587"/>
                </a:moveTo>
                <a:cubicBezTo>
                  <a:pt x="227981" y="3684555"/>
                  <a:pt x="159539" y="3672939"/>
                  <a:pt x="159391" y="3657023"/>
                </a:cubicBezTo>
                <a:cubicBezTo>
                  <a:pt x="136955" y="3512566"/>
                  <a:pt x="178143" y="3256964"/>
                  <a:pt x="159391" y="3042915"/>
                </a:cubicBezTo>
                <a:cubicBezTo>
                  <a:pt x="140639" y="2828866"/>
                  <a:pt x="157158" y="2744342"/>
                  <a:pt x="159391" y="2464580"/>
                </a:cubicBezTo>
                <a:cubicBezTo>
                  <a:pt x="161624" y="2184818"/>
                  <a:pt x="156957" y="2005548"/>
                  <a:pt x="159391" y="1868358"/>
                </a:cubicBezTo>
                <a:cubicBezTo>
                  <a:pt x="156561" y="1853658"/>
                  <a:pt x="81855" y="1835359"/>
                  <a:pt x="0" y="1841794"/>
                </a:cubicBezTo>
                <a:cubicBezTo>
                  <a:pt x="85696" y="1840004"/>
                  <a:pt x="161384" y="1828026"/>
                  <a:pt x="159391" y="1815230"/>
                </a:cubicBezTo>
                <a:cubicBezTo>
                  <a:pt x="138961" y="1670186"/>
                  <a:pt x="129668" y="1428707"/>
                  <a:pt x="159391" y="1201121"/>
                </a:cubicBezTo>
                <a:cubicBezTo>
                  <a:pt x="189114" y="973535"/>
                  <a:pt x="133809" y="824141"/>
                  <a:pt x="159391" y="640673"/>
                </a:cubicBezTo>
                <a:cubicBezTo>
                  <a:pt x="184973" y="457205"/>
                  <a:pt x="186997" y="310397"/>
                  <a:pt x="159391" y="26564"/>
                </a:cubicBezTo>
                <a:cubicBezTo>
                  <a:pt x="161891" y="14793"/>
                  <a:pt x="227157" y="7280"/>
                  <a:pt x="318782" y="0"/>
                </a:cubicBezTo>
              </a:path>
            </a:pathLst>
          </a:custGeom>
          <a:ln w="57150">
            <a:extLst>
              <a:ext uri="{C807C97D-BFC1-408E-A445-0C87EB9F89A2}">
                <ask:lineSketchStyleProps xmlns:ask="http://schemas.microsoft.com/office/drawing/2018/sketchyshapes" sd="3487510369">
                  <a:prstGeom prst="leftBrac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F05142-5542-7900-7583-68516970748D}"/>
              </a:ext>
            </a:extLst>
          </p:cNvPr>
          <p:cNvSpPr txBox="1"/>
          <p:nvPr/>
        </p:nvSpPr>
        <p:spPr>
          <a:xfrm>
            <a:off x="480847" y="5215364"/>
            <a:ext cx="3251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Troubleshooting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2AA6C459-4C70-61EC-51AF-32BEA610AC56}"/>
              </a:ext>
            </a:extLst>
          </p:cNvPr>
          <p:cNvSpPr/>
          <p:nvPr/>
        </p:nvSpPr>
        <p:spPr>
          <a:xfrm rot="16200000">
            <a:off x="5933497" y="3978091"/>
            <a:ext cx="318782" cy="3683587"/>
          </a:xfrm>
          <a:custGeom>
            <a:avLst/>
            <a:gdLst>
              <a:gd name="connsiteX0" fmla="*/ 318782 w 318782"/>
              <a:gd name="connsiteY0" fmla="*/ 3683587 h 3683587"/>
              <a:gd name="connsiteX1" fmla="*/ 159391 w 318782"/>
              <a:gd name="connsiteY1" fmla="*/ 3657023 h 3683587"/>
              <a:gd name="connsiteX2" fmla="*/ 159391 w 318782"/>
              <a:gd name="connsiteY2" fmla="*/ 3114461 h 3683587"/>
              <a:gd name="connsiteX3" fmla="*/ 159391 w 318782"/>
              <a:gd name="connsiteY3" fmla="*/ 2500353 h 3683587"/>
              <a:gd name="connsiteX4" fmla="*/ 159391 w 318782"/>
              <a:gd name="connsiteY4" fmla="*/ 1868358 h 3683587"/>
              <a:gd name="connsiteX5" fmla="*/ 0 w 318782"/>
              <a:gd name="connsiteY5" fmla="*/ 1841794 h 3683587"/>
              <a:gd name="connsiteX6" fmla="*/ 159391 w 318782"/>
              <a:gd name="connsiteY6" fmla="*/ 1815230 h 3683587"/>
              <a:gd name="connsiteX7" fmla="*/ 159391 w 318782"/>
              <a:gd name="connsiteY7" fmla="*/ 1219008 h 3683587"/>
              <a:gd name="connsiteX8" fmla="*/ 159391 w 318782"/>
              <a:gd name="connsiteY8" fmla="*/ 604899 h 3683587"/>
              <a:gd name="connsiteX9" fmla="*/ 159391 w 318782"/>
              <a:gd name="connsiteY9" fmla="*/ 26564 h 3683587"/>
              <a:gd name="connsiteX10" fmla="*/ 318782 w 318782"/>
              <a:gd name="connsiteY10" fmla="*/ 0 h 3683587"/>
              <a:gd name="connsiteX11" fmla="*/ 318782 w 318782"/>
              <a:gd name="connsiteY11" fmla="*/ 650767 h 3683587"/>
              <a:gd name="connsiteX12" fmla="*/ 318782 w 318782"/>
              <a:gd name="connsiteY12" fmla="*/ 1154191 h 3683587"/>
              <a:gd name="connsiteX13" fmla="*/ 318782 w 318782"/>
              <a:gd name="connsiteY13" fmla="*/ 1768122 h 3683587"/>
              <a:gd name="connsiteX14" fmla="*/ 318782 w 318782"/>
              <a:gd name="connsiteY14" fmla="*/ 2418889 h 3683587"/>
              <a:gd name="connsiteX15" fmla="*/ 318782 w 318782"/>
              <a:gd name="connsiteY15" fmla="*/ 3032820 h 3683587"/>
              <a:gd name="connsiteX16" fmla="*/ 318782 w 318782"/>
              <a:gd name="connsiteY16" fmla="*/ 3683587 h 3683587"/>
              <a:gd name="connsiteX0" fmla="*/ 318782 w 318782"/>
              <a:gd name="connsiteY0" fmla="*/ 3683587 h 3683587"/>
              <a:gd name="connsiteX1" fmla="*/ 159391 w 318782"/>
              <a:gd name="connsiteY1" fmla="*/ 3657023 h 3683587"/>
              <a:gd name="connsiteX2" fmla="*/ 159391 w 318782"/>
              <a:gd name="connsiteY2" fmla="*/ 3096575 h 3683587"/>
              <a:gd name="connsiteX3" fmla="*/ 159391 w 318782"/>
              <a:gd name="connsiteY3" fmla="*/ 2482466 h 3683587"/>
              <a:gd name="connsiteX4" fmla="*/ 159391 w 318782"/>
              <a:gd name="connsiteY4" fmla="*/ 1868358 h 3683587"/>
              <a:gd name="connsiteX5" fmla="*/ 0 w 318782"/>
              <a:gd name="connsiteY5" fmla="*/ 1841794 h 3683587"/>
              <a:gd name="connsiteX6" fmla="*/ 159391 w 318782"/>
              <a:gd name="connsiteY6" fmla="*/ 1815230 h 3683587"/>
              <a:gd name="connsiteX7" fmla="*/ 159391 w 318782"/>
              <a:gd name="connsiteY7" fmla="*/ 1201121 h 3683587"/>
              <a:gd name="connsiteX8" fmla="*/ 159391 w 318782"/>
              <a:gd name="connsiteY8" fmla="*/ 587013 h 3683587"/>
              <a:gd name="connsiteX9" fmla="*/ 159391 w 318782"/>
              <a:gd name="connsiteY9" fmla="*/ 26564 h 3683587"/>
              <a:gd name="connsiteX10" fmla="*/ 318782 w 318782"/>
              <a:gd name="connsiteY10" fmla="*/ 0 h 3683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8782" h="3683587" stroke="0" extrusionOk="0">
                <a:moveTo>
                  <a:pt x="318782" y="3683587"/>
                </a:moveTo>
                <a:cubicBezTo>
                  <a:pt x="229767" y="3683551"/>
                  <a:pt x="156754" y="3674086"/>
                  <a:pt x="159391" y="3657023"/>
                </a:cubicBezTo>
                <a:cubicBezTo>
                  <a:pt x="168538" y="3480083"/>
                  <a:pt x="158564" y="3257966"/>
                  <a:pt x="159391" y="3114461"/>
                </a:cubicBezTo>
                <a:cubicBezTo>
                  <a:pt x="160218" y="2970956"/>
                  <a:pt x="164827" y="2803366"/>
                  <a:pt x="159391" y="2500353"/>
                </a:cubicBezTo>
                <a:cubicBezTo>
                  <a:pt x="153955" y="2197340"/>
                  <a:pt x="150872" y="2174599"/>
                  <a:pt x="159391" y="1868358"/>
                </a:cubicBezTo>
                <a:cubicBezTo>
                  <a:pt x="153139" y="1856674"/>
                  <a:pt x="77317" y="1845800"/>
                  <a:pt x="0" y="1841794"/>
                </a:cubicBezTo>
                <a:cubicBezTo>
                  <a:pt x="89618" y="1843159"/>
                  <a:pt x="156908" y="1828908"/>
                  <a:pt x="159391" y="1815230"/>
                </a:cubicBezTo>
                <a:cubicBezTo>
                  <a:pt x="139055" y="1684785"/>
                  <a:pt x="166059" y="1446524"/>
                  <a:pt x="159391" y="1219008"/>
                </a:cubicBezTo>
                <a:cubicBezTo>
                  <a:pt x="152723" y="991492"/>
                  <a:pt x="169581" y="810425"/>
                  <a:pt x="159391" y="604899"/>
                </a:cubicBezTo>
                <a:cubicBezTo>
                  <a:pt x="149201" y="399373"/>
                  <a:pt x="143495" y="204118"/>
                  <a:pt x="159391" y="26564"/>
                </a:cubicBezTo>
                <a:cubicBezTo>
                  <a:pt x="162909" y="11377"/>
                  <a:pt x="229160" y="-4231"/>
                  <a:pt x="318782" y="0"/>
                </a:cubicBezTo>
                <a:cubicBezTo>
                  <a:pt x="334433" y="200925"/>
                  <a:pt x="302444" y="450804"/>
                  <a:pt x="318782" y="650767"/>
                </a:cubicBezTo>
                <a:cubicBezTo>
                  <a:pt x="335120" y="850730"/>
                  <a:pt x="315016" y="917629"/>
                  <a:pt x="318782" y="1154191"/>
                </a:cubicBezTo>
                <a:cubicBezTo>
                  <a:pt x="322548" y="1390753"/>
                  <a:pt x="299741" y="1558617"/>
                  <a:pt x="318782" y="1768122"/>
                </a:cubicBezTo>
                <a:cubicBezTo>
                  <a:pt x="337823" y="1977627"/>
                  <a:pt x="349696" y="2261523"/>
                  <a:pt x="318782" y="2418889"/>
                </a:cubicBezTo>
                <a:cubicBezTo>
                  <a:pt x="287868" y="2576255"/>
                  <a:pt x="318670" y="2743160"/>
                  <a:pt x="318782" y="3032820"/>
                </a:cubicBezTo>
                <a:cubicBezTo>
                  <a:pt x="318894" y="3322480"/>
                  <a:pt x="338090" y="3446701"/>
                  <a:pt x="318782" y="3683587"/>
                </a:cubicBezTo>
                <a:close/>
              </a:path>
              <a:path w="318782" h="3683587" fill="none" extrusionOk="0">
                <a:moveTo>
                  <a:pt x="318782" y="3683587"/>
                </a:moveTo>
                <a:cubicBezTo>
                  <a:pt x="229845" y="3680400"/>
                  <a:pt x="159906" y="3671683"/>
                  <a:pt x="159391" y="3657023"/>
                </a:cubicBezTo>
                <a:cubicBezTo>
                  <a:pt x="141292" y="3430884"/>
                  <a:pt x="143555" y="3354510"/>
                  <a:pt x="159391" y="3096575"/>
                </a:cubicBezTo>
                <a:cubicBezTo>
                  <a:pt x="175227" y="2838640"/>
                  <a:pt x="130105" y="2697016"/>
                  <a:pt x="159391" y="2482466"/>
                </a:cubicBezTo>
                <a:cubicBezTo>
                  <a:pt x="188677" y="2267916"/>
                  <a:pt x="187926" y="1999697"/>
                  <a:pt x="159391" y="1868358"/>
                </a:cubicBezTo>
                <a:cubicBezTo>
                  <a:pt x="166612" y="1867189"/>
                  <a:pt x="85833" y="1856009"/>
                  <a:pt x="0" y="1841794"/>
                </a:cubicBezTo>
                <a:cubicBezTo>
                  <a:pt x="86919" y="1841443"/>
                  <a:pt x="161236" y="1827350"/>
                  <a:pt x="159391" y="1815230"/>
                </a:cubicBezTo>
                <a:cubicBezTo>
                  <a:pt x="134787" y="1640713"/>
                  <a:pt x="162122" y="1496061"/>
                  <a:pt x="159391" y="1201121"/>
                </a:cubicBezTo>
                <a:cubicBezTo>
                  <a:pt x="156660" y="906181"/>
                  <a:pt x="168559" y="830445"/>
                  <a:pt x="159391" y="587013"/>
                </a:cubicBezTo>
                <a:cubicBezTo>
                  <a:pt x="150223" y="343581"/>
                  <a:pt x="157863" y="218921"/>
                  <a:pt x="159391" y="26564"/>
                </a:cubicBezTo>
                <a:cubicBezTo>
                  <a:pt x="157331" y="13559"/>
                  <a:pt x="230325" y="2228"/>
                  <a:pt x="318782" y="0"/>
                </a:cubicBezTo>
              </a:path>
              <a:path w="318782" h="3683587" fill="none" stroke="0" extrusionOk="0">
                <a:moveTo>
                  <a:pt x="318782" y="3683587"/>
                </a:moveTo>
                <a:cubicBezTo>
                  <a:pt x="227981" y="3684555"/>
                  <a:pt x="159539" y="3672939"/>
                  <a:pt x="159391" y="3657023"/>
                </a:cubicBezTo>
                <a:cubicBezTo>
                  <a:pt x="136955" y="3512566"/>
                  <a:pt x="178143" y="3256964"/>
                  <a:pt x="159391" y="3042915"/>
                </a:cubicBezTo>
                <a:cubicBezTo>
                  <a:pt x="140639" y="2828866"/>
                  <a:pt x="157158" y="2744342"/>
                  <a:pt x="159391" y="2464580"/>
                </a:cubicBezTo>
                <a:cubicBezTo>
                  <a:pt x="161624" y="2184818"/>
                  <a:pt x="156957" y="2005548"/>
                  <a:pt x="159391" y="1868358"/>
                </a:cubicBezTo>
                <a:cubicBezTo>
                  <a:pt x="156561" y="1853658"/>
                  <a:pt x="81855" y="1835359"/>
                  <a:pt x="0" y="1841794"/>
                </a:cubicBezTo>
                <a:cubicBezTo>
                  <a:pt x="85696" y="1840004"/>
                  <a:pt x="161384" y="1828026"/>
                  <a:pt x="159391" y="1815230"/>
                </a:cubicBezTo>
                <a:cubicBezTo>
                  <a:pt x="138961" y="1670186"/>
                  <a:pt x="129668" y="1428707"/>
                  <a:pt x="159391" y="1201121"/>
                </a:cubicBezTo>
                <a:cubicBezTo>
                  <a:pt x="189114" y="973535"/>
                  <a:pt x="133809" y="824141"/>
                  <a:pt x="159391" y="640673"/>
                </a:cubicBezTo>
                <a:cubicBezTo>
                  <a:pt x="184973" y="457205"/>
                  <a:pt x="186997" y="310397"/>
                  <a:pt x="159391" y="26564"/>
                </a:cubicBezTo>
                <a:cubicBezTo>
                  <a:pt x="161891" y="14793"/>
                  <a:pt x="227157" y="7280"/>
                  <a:pt x="318782" y="0"/>
                </a:cubicBezTo>
              </a:path>
            </a:pathLst>
          </a:custGeom>
          <a:ln w="57150">
            <a:extLst>
              <a:ext uri="{C807C97D-BFC1-408E-A445-0C87EB9F89A2}">
                <ask:lineSketchStyleProps xmlns:ask="http://schemas.microsoft.com/office/drawing/2018/sketchyshapes" sd="3487510369">
                  <a:prstGeom prst="leftBrac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FCDC07-C01A-E9B5-B5DF-FCF413F2B875}"/>
              </a:ext>
            </a:extLst>
          </p:cNvPr>
          <p:cNvSpPr txBox="1"/>
          <p:nvPr/>
        </p:nvSpPr>
        <p:spPr>
          <a:xfrm>
            <a:off x="4467020" y="6047273"/>
            <a:ext cx="3251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Evaluating configuration changes</a:t>
            </a:r>
          </a:p>
        </p:txBody>
      </p:sp>
    </p:spTree>
    <p:extLst>
      <p:ext uri="{BB962C8B-B14F-4D97-AF65-F5344CB8AC3E}">
        <p14:creationId xmlns:p14="http://schemas.microsoft.com/office/powerpoint/2010/main" val="1472797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30A5-BB44-4F43-C426-BADCE6B2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Source-Path-Receiver Framework</a:t>
            </a:r>
          </a:p>
        </p:txBody>
      </p:sp>
    </p:spTree>
    <p:extLst>
      <p:ext uri="{BB962C8B-B14F-4D97-AF65-F5344CB8AC3E}">
        <p14:creationId xmlns:p14="http://schemas.microsoft.com/office/powerpoint/2010/main" val="2572311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2BEB-4426-846D-48C3-2EB75B0D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Source-Path-Receiver Framework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36628B5F-649C-22C0-E272-F51541EC76DE}"/>
              </a:ext>
            </a:extLst>
          </p:cNvPr>
          <p:cNvSpPr/>
          <p:nvPr/>
        </p:nvSpPr>
        <p:spPr>
          <a:xfrm>
            <a:off x="9047015" y="3355110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88731847-0F21-FA1E-F309-8FBFECF02001}"/>
              </a:ext>
            </a:extLst>
          </p:cNvPr>
          <p:cNvGrpSpPr/>
          <p:nvPr/>
        </p:nvGrpSpPr>
        <p:grpSpPr>
          <a:xfrm rot="16200000">
            <a:off x="2599578" y="2797481"/>
            <a:ext cx="860686" cy="1181316"/>
            <a:chOff x="3701202" y="5125633"/>
            <a:chExt cx="860686" cy="118131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84E1AD-59ED-3FA9-8381-364F87321315}"/>
                </a:ext>
              </a:extLst>
            </p:cNvPr>
            <p:cNvSpPr/>
            <p:nvPr/>
          </p:nvSpPr>
          <p:spPr>
            <a:xfrm>
              <a:off x="3701202" y="5125633"/>
              <a:ext cx="860678" cy="1171638"/>
            </a:xfrm>
            <a:custGeom>
              <a:avLst/>
              <a:gdLst>
                <a:gd name="connsiteX0" fmla="*/ 580458 w 860678"/>
                <a:gd name="connsiteY0" fmla="*/ 6547 h 1171638"/>
                <a:gd name="connsiteX1" fmla="*/ 375371 w 860678"/>
                <a:gd name="connsiteY1" fmla="*/ 137931 h 1171638"/>
                <a:gd name="connsiteX2" fmla="*/ 319343 w 860678"/>
                <a:gd name="connsiteY2" fmla="*/ 120812 h 1171638"/>
                <a:gd name="connsiteX3" fmla="*/ 278787 w 860678"/>
                <a:gd name="connsiteY3" fmla="*/ 9479 h 1171638"/>
                <a:gd name="connsiteX4" fmla="*/ 338589 w 860678"/>
                <a:gd name="connsiteY4" fmla="*/ 216964 h 1171638"/>
                <a:gd name="connsiteX5" fmla="*/ 345253 w 860678"/>
                <a:gd name="connsiteY5" fmla="*/ 384503 h 1171638"/>
                <a:gd name="connsiteX6" fmla="*/ 244732 w 860678"/>
                <a:gd name="connsiteY6" fmla="*/ 303849 h 1171638"/>
                <a:gd name="connsiteX7" fmla="*/ 225980 w 860678"/>
                <a:gd name="connsiteY7" fmla="*/ 133085 h 1171638"/>
                <a:gd name="connsiteX8" fmla="*/ 179991 w 860678"/>
                <a:gd name="connsiteY8" fmla="*/ 264712 h 1171638"/>
                <a:gd name="connsiteX9" fmla="*/ 206469 w 860678"/>
                <a:gd name="connsiteY9" fmla="*/ 426713 h 1171638"/>
                <a:gd name="connsiteX10" fmla="*/ 263388 w 860678"/>
                <a:gd name="connsiteY10" fmla="*/ 568957 h 1171638"/>
                <a:gd name="connsiteX11" fmla="*/ 121137 w 860678"/>
                <a:gd name="connsiteY11" fmla="*/ 508612 h 1171638"/>
                <a:gd name="connsiteX12" fmla="*/ 43401 w 860678"/>
                <a:gd name="connsiteY12" fmla="*/ 253023 h 1171638"/>
                <a:gd name="connsiteX13" fmla="*/ 53355 w 860678"/>
                <a:gd name="connsiteY13" fmla="*/ 537551 h 1171638"/>
                <a:gd name="connsiteX14" fmla="*/ 186656 w 860678"/>
                <a:gd name="connsiteY14" fmla="*/ 774594 h 1171638"/>
                <a:gd name="connsiteX15" fmla="*/ 69409 w 860678"/>
                <a:gd name="connsiteY15" fmla="*/ 777041 h 1171638"/>
                <a:gd name="connsiteX16" fmla="*/ -395 w 860678"/>
                <a:gd name="connsiteY16" fmla="*/ 606610 h 1171638"/>
                <a:gd name="connsiteX17" fmla="*/ 34953 w 860678"/>
                <a:gd name="connsiteY17" fmla="*/ 831042 h 1171638"/>
                <a:gd name="connsiteX18" fmla="*/ 139415 w 860678"/>
                <a:gd name="connsiteY18" fmla="*/ 920583 h 1171638"/>
                <a:gd name="connsiteX19" fmla="*/ 192053 w 860678"/>
                <a:gd name="connsiteY19" fmla="*/ 967776 h 1171638"/>
                <a:gd name="connsiteX20" fmla="*/ 50699 w 860678"/>
                <a:gd name="connsiteY20" fmla="*/ 917524 h 1171638"/>
                <a:gd name="connsiteX21" fmla="*/ 206613 w 860678"/>
                <a:gd name="connsiteY21" fmla="*/ 1113755 h 1171638"/>
                <a:gd name="connsiteX22" fmla="*/ 356601 w 860678"/>
                <a:gd name="connsiteY22" fmla="*/ 1170029 h 1171638"/>
                <a:gd name="connsiteX23" fmla="*/ 231576 w 860678"/>
                <a:gd name="connsiteY23" fmla="*/ 985525 h 1171638"/>
                <a:gd name="connsiteX24" fmla="*/ 237597 w 860678"/>
                <a:gd name="connsiteY24" fmla="*/ 757595 h 1171638"/>
                <a:gd name="connsiteX25" fmla="*/ 285349 w 860678"/>
                <a:gd name="connsiteY25" fmla="*/ 945373 h 1171638"/>
                <a:gd name="connsiteX26" fmla="*/ 338764 w 860678"/>
                <a:gd name="connsiteY26" fmla="*/ 956454 h 1171638"/>
                <a:gd name="connsiteX27" fmla="*/ 377201 w 860678"/>
                <a:gd name="connsiteY27" fmla="*/ 1023128 h 1171638"/>
                <a:gd name="connsiteX28" fmla="*/ 348067 w 860678"/>
                <a:gd name="connsiteY28" fmla="*/ 900636 h 1171638"/>
                <a:gd name="connsiteX29" fmla="*/ 294261 w 860678"/>
                <a:gd name="connsiteY29" fmla="*/ 718020 h 1171638"/>
                <a:gd name="connsiteX30" fmla="*/ 354574 w 860678"/>
                <a:gd name="connsiteY30" fmla="*/ 470345 h 1171638"/>
                <a:gd name="connsiteX31" fmla="*/ 334411 w 860678"/>
                <a:gd name="connsiteY31" fmla="*/ 700693 h 1171638"/>
                <a:gd name="connsiteX32" fmla="*/ 425973 w 860678"/>
                <a:gd name="connsiteY32" fmla="*/ 796401 h 1171638"/>
                <a:gd name="connsiteX33" fmla="*/ 411439 w 860678"/>
                <a:gd name="connsiteY33" fmla="*/ 606355 h 1171638"/>
                <a:gd name="connsiteX34" fmla="*/ 446791 w 860678"/>
                <a:gd name="connsiteY34" fmla="*/ 329582 h 1171638"/>
                <a:gd name="connsiteX35" fmla="*/ 492249 w 860678"/>
                <a:gd name="connsiteY35" fmla="*/ 549418 h 1171638"/>
                <a:gd name="connsiteX36" fmla="*/ 480734 w 860678"/>
                <a:gd name="connsiteY36" fmla="*/ 762239 h 1171638"/>
                <a:gd name="connsiteX37" fmla="*/ 589729 w 860678"/>
                <a:gd name="connsiteY37" fmla="*/ 636981 h 1171638"/>
                <a:gd name="connsiteX38" fmla="*/ 524170 w 860678"/>
                <a:gd name="connsiteY38" fmla="*/ 893769 h 1171638"/>
                <a:gd name="connsiteX39" fmla="*/ 692968 w 860678"/>
                <a:gd name="connsiteY39" fmla="*/ 685165 h 1171638"/>
                <a:gd name="connsiteX40" fmla="*/ 604716 w 860678"/>
                <a:gd name="connsiteY40" fmla="*/ 1032945 h 1171638"/>
                <a:gd name="connsiteX41" fmla="*/ 438729 w 860678"/>
                <a:gd name="connsiteY41" fmla="*/ 1172071 h 1171638"/>
                <a:gd name="connsiteX42" fmla="*/ 700574 w 860678"/>
                <a:gd name="connsiteY42" fmla="*/ 1010611 h 1171638"/>
                <a:gd name="connsiteX43" fmla="*/ 788626 w 860678"/>
                <a:gd name="connsiteY43" fmla="*/ 928481 h 1171638"/>
                <a:gd name="connsiteX44" fmla="*/ 851835 w 860678"/>
                <a:gd name="connsiteY44" fmla="*/ 729555 h 1171638"/>
                <a:gd name="connsiteX45" fmla="*/ 707949 w 860678"/>
                <a:gd name="connsiteY45" fmla="*/ 894348 h 1171638"/>
                <a:gd name="connsiteX46" fmla="*/ 789258 w 860678"/>
                <a:gd name="connsiteY46" fmla="*/ 748149 h 1171638"/>
                <a:gd name="connsiteX47" fmla="*/ 852503 w 860678"/>
                <a:gd name="connsiteY47" fmla="*/ 424271 h 1171638"/>
                <a:gd name="connsiteX48" fmla="*/ 733540 w 860678"/>
                <a:gd name="connsiteY48" fmla="*/ 649503 h 1171638"/>
                <a:gd name="connsiteX49" fmla="*/ 741586 w 860678"/>
                <a:gd name="connsiteY49" fmla="*/ 511386 h 1171638"/>
                <a:gd name="connsiteX50" fmla="*/ 777841 w 860678"/>
                <a:gd name="connsiteY50" fmla="*/ 307379 h 1171638"/>
                <a:gd name="connsiteX51" fmla="*/ 697087 w 860678"/>
                <a:gd name="connsiteY51" fmla="*/ 480399 h 1171638"/>
                <a:gd name="connsiteX52" fmla="*/ 634918 w 860678"/>
                <a:gd name="connsiteY52" fmla="*/ 515541 h 1171638"/>
                <a:gd name="connsiteX53" fmla="*/ 666696 w 860678"/>
                <a:gd name="connsiteY53" fmla="*/ 317513 h 1171638"/>
                <a:gd name="connsiteX54" fmla="*/ 705177 w 860678"/>
                <a:gd name="connsiteY54" fmla="*/ 68019 h 1171638"/>
                <a:gd name="connsiteX55" fmla="*/ 613702 w 860678"/>
                <a:gd name="connsiteY55" fmla="*/ 236212 h 1171638"/>
                <a:gd name="connsiteX56" fmla="*/ 550517 w 860678"/>
                <a:gd name="connsiteY56" fmla="*/ 125165 h 1171638"/>
                <a:gd name="connsiteX57" fmla="*/ 597530 w 860678"/>
                <a:gd name="connsiteY57" fmla="*/ 325475 h 1171638"/>
                <a:gd name="connsiteX58" fmla="*/ 504889 w 860678"/>
                <a:gd name="connsiteY58" fmla="*/ 382816 h 1171638"/>
                <a:gd name="connsiteX59" fmla="*/ 527534 w 860678"/>
                <a:gd name="connsiteY59" fmla="*/ 267724 h 1171638"/>
                <a:gd name="connsiteX60" fmla="*/ 432944 w 860678"/>
                <a:gd name="connsiteY60" fmla="*/ 172455 h 1171638"/>
                <a:gd name="connsiteX61" fmla="*/ 580460 w 860678"/>
                <a:gd name="connsiteY61" fmla="*/ 6545 h 11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60678" h="1171638">
                  <a:moveTo>
                    <a:pt x="580458" y="6547"/>
                  </a:moveTo>
                  <a:cubicBezTo>
                    <a:pt x="453811" y="-21910"/>
                    <a:pt x="394455" y="53554"/>
                    <a:pt x="375371" y="137931"/>
                  </a:cubicBezTo>
                  <a:cubicBezTo>
                    <a:pt x="363784" y="189136"/>
                    <a:pt x="309353" y="159846"/>
                    <a:pt x="319343" y="120812"/>
                  </a:cubicBezTo>
                  <a:cubicBezTo>
                    <a:pt x="328085" y="86653"/>
                    <a:pt x="323684" y="27230"/>
                    <a:pt x="278787" y="9479"/>
                  </a:cubicBezTo>
                  <a:cubicBezTo>
                    <a:pt x="330709" y="89329"/>
                    <a:pt x="249601" y="152786"/>
                    <a:pt x="338589" y="216964"/>
                  </a:cubicBezTo>
                  <a:cubicBezTo>
                    <a:pt x="406106" y="265662"/>
                    <a:pt x="389161" y="357617"/>
                    <a:pt x="345253" y="384503"/>
                  </a:cubicBezTo>
                  <a:cubicBezTo>
                    <a:pt x="304260" y="409604"/>
                    <a:pt x="267082" y="351016"/>
                    <a:pt x="244732" y="303849"/>
                  </a:cubicBezTo>
                  <a:cubicBezTo>
                    <a:pt x="217349" y="246060"/>
                    <a:pt x="192695" y="222900"/>
                    <a:pt x="225980" y="133085"/>
                  </a:cubicBezTo>
                  <a:cubicBezTo>
                    <a:pt x="180125" y="176406"/>
                    <a:pt x="165641" y="214214"/>
                    <a:pt x="179991" y="264712"/>
                  </a:cubicBezTo>
                  <a:cubicBezTo>
                    <a:pt x="191879" y="306551"/>
                    <a:pt x="233139" y="357099"/>
                    <a:pt x="206469" y="426713"/>
                  </a:cubicBezTo>
                  <a:cubicBezTo>
                    <a:pt x="180219" y="495234"/>
                    <a:pt x="282602" y="503290"/>
                    <a:pt x="263388" y="568957"/>
                  </a:cubicBezTo>
                  <a:cubicBezTo>
                    <a:pt x="240833" y="646050"/>
                    <a:pt x="148316" y="588740"/>
                    <a:pt x="121137" y="508612"/>
                  </a:cubicBezTo>
                  <a:cubicBezTo>
                    <a:pt x="103845" y="457636"/>
                    <a:pt x="191224" y="310230"/>
                    <a:pt x="43401" y="253023"/>
                  </a:cubicBezTo>
                  <a:cubicBezTo>
                    <a:pt x="181627" y="337328"/>
                    <a:pt x="45902" y="452542"/>
                    <a:pt x="53355" y="537551"/>
                  </a:cubicBezTo>
                  <a:cubicBezTo>
                    <a:pt x="66213" y="684205"/>
                    <a:pt x="210140" y="724453"/>
                    <a:pt x="186656" y="774594"/>
                  </a:cubicBezTo>
                  <a:cubicBezTo>
                    <a:pt x="174609" y="800308"/>
                    <a:pt x="128599" y="846750"/>
                    <a:pt x="69409" y="777041"/>
                  </a:cubicBezTo>
                  <a:cubicBezTo>
                    <a:pt x="47539" y="751284"/>
                    <a:pt x="63491" y="655471"/>
                    <a:pt x="-395" y="606610"/>
                  </a:cubicBezTo>
                  <a:cubicBezTo>
                    <a:pt x="51906" y="683984"/>
                    <a:pt x="12323" y="773233"/>
                    <a:pt x="34953" y="831042"/>
                  </a:cubicBezTo>
                  <a:cubicBezTo>
                    <a:pt x="56964" y="887270"/>
                    <a:pt x="68829" y="897922"/>
                    <a:pt x="139415" y="920583"/>
                  </a:cubicBezTo>
                  <a:cubicBezTo>
                    <a:pt x="162288" y="927927"/>
                    <a:pt x="189647" y="934061"/>
                    <a:pt x="192053" y="967776"/>
                  </a:cubicBezTo>
                  <a:cubicBezTo>
                    <a:pt x="196563" y="1030969"/>
                    <a:pt x="54832" y="1016893"/>
                    <a:pt x="50699" y="917524"/>
                  </a:cubicBezTo>
                  <a:cubicBezTo>
                    <a:pt x="26171" y="1068793"/>
                    <a:pt x="154378" y="1023896"/>
                    <a:pt x="206613" y="1113755"/>
                  </a:cubicBezTo>
                  <a:cubicBezTo>
                    <a:pt x="224354" y="1144276"/>
                    <a:pt x="289599" y="1162301"/>
                    <a:pt x="356601" y="1170029"/>
                  </a:cubicBezTo>
                  <a:cubicBezTo>
                    <a:pt x="266974" y="1125954"/>
                    <a:pt x="238245" y="1069470"/>
                    <a:pt x="231576" y="985525"/>
                  </a:cubicBezTo>
                  <a:cubicBezTo>
                    <a:pt x="226545" y="922188"/>
                    <a:pt x="276750" y="891099"/>
                    <a:pt x="237597" y="757595"/>
                  </a:cubicBezTo>
                  <a:cubicBezTo>
                    <a:pt x="293286" y="848311"/>
                    <a:pt x="266699" y="891685"/>
                    <a:pt x="285349" y="945373"/>
                  </a:cubicBezTo>
                  <a:cubicBezTo>
                    <a:pt x="314606" y="1029596"/>
                    <a:pt x="338764" y="956454"/>
                    <a:pt x="338764" y="956454"/>
                  </a:cubicBezTo>
                  <a:cubicBezTo>
                    <a:pt x="338764" y="956454"/>
                    <a:pt x="347122" y="1042034"/>
                    <a:pt x="377201" y="1023128"/>
                  </a:cubicBezTo>
                  <a:cubicBezTo>
                    <a:pt x="420497" y="995914"/>
                    <a:pt x="356007" y="928037"/>
                    <a:pt x="348067" y="900636"/>
                  </a:cubicBezTo>
                  <a:cubicBezTo>
                    <a:pt x="331914" y="844893"/>
                    <a:pt x="318749" y="822402"/>
                    <a:pt x="294261" y="718020"/>
                  </a:cubicBezTo>
                  <a:cubicBezTo>
                    <a:pt x="273770" y="630679"/>
                    <a:pt x="377808" y="530778"/>
                    <a:pt x="354574" y="470345"/>
                  </a:cubicBezTo>
                  <a:cubicBezTo>
                    <a:pt x="413284" y="524870"/>
                    <a:pt x="319286" y="624160"/>
                    <a:pt x="334411" y="700693"/>
                  </a:cubicBezTo>
                  <a:cubicBezTo>
                    <a:pt x="350939" y="784330"/>
                    <a:pt x="384927" y="837611"/>
                    <a:pt x="425973" y="796401"/>
                  </a:cubicBezTo>
                  <a:cubicBezTo>
                    <a:pt x="453760" y="768504"/>
                    <a:pt x="367100" y="700085"/>
                    <a:pt x="411439" y="606355"/>
                  </a:cubicBezTo>
                  <a:cubicBezTo>
                    <a:pt x="456628" y="510831"/>
                    <a:pt x="413805" y="370492"/>
                    <a:pt x="446791" y="329582"/>
                  </a:cubicBezTo>
                  <a:cubicBezTo>
                    <a:pt x="427951" y="434935"/>
                    <a:pt x="460233" y="481814"/>
                    <a:pt x="492249" y="549418"/>
                  </a:cubicBezTo>
                  <a:cubicBezTo>
                    <a:pt x="521669" y="611536"/>
                    <a:pt x="442374" y="731268"/>
                    <a:pt x="480734" y="762239"/>
                  </a:cubicBezTo>
                  <a:cubicBezTo>
                    <a:pt x="519094" y="793214"/>
                    <a:pt x="575372" y="724379"/>
                    <a:pt x="589729" y="636981"/>
                  </a:cubicBezTo>
                  <a:cubicBezTo>
                    <a:pt x="591916" y="754305"/>
                    <a:pt x="483112" y="861773"/>
                    <a:pt x="524170" y="893769"/>
                  </a:cubicBezTo>
                  <a:cubicBezTo>
                    <a:pt x="604180" y="956094"/>
                    <a:pt x="600871" y="749279"/>
                    <a:pt x="692968" y="685165"/>
                  </a:cubicBezTo>
                  <a:cubicBezTo>
                    <a:pt x="599084" y="805457"/>
                    <a:pt x="669675" y="907379"/>
                    <a:pt x="604716" y="1032945"/>
                  </a:cubicBezTo>
                  <a:cubicBezTo>
                    <a:pt x="570861" y="1098384"/>
                    <a:pt x="479873" y="1149152"/>
                    <a:pt x="438729" y="1172071"/>
                  </a:cubicBezTo>
                  <a:cubicBezTo>
                    <a:pt x="658426" y="1169738"/>
                    <a:pt x="640719" y="1150493"/>
                    <a:pt x="700574" y="1010611"/>
                  </a:cubicBezTo>
                  <a:cubicBezTo>
                    <a:pt x="715352" y="976083"/>
                    <a:pt x="758645" y="960153"/>
                    <a:pt x="788626" y="928481"/>
                  </a:cubicBezTo>
                  <a:cubicBezTo>
                    <a:pt x="831736" y="882941"/>
                    <a:pt x="805388" y="820719"/>
                    <a:pt x="851835" y="729555"/>
                  </a:cubicBezTo>
                  <a:cubicBezTo>
                    <a:pt x="774923" y="802705"/>
                    <a:pt x="766001" y="938639"/>
                    <a:pt x="707949" y="894348"/>
                  </a:cubicBezTo>
                  <a:cubicBezTo>
                    <a:pt x="690186" y="880800"/>
                    <a:pt x="748966" y="829317"/>
                    <a:pt x="789258" y="748149"/>
                  </a:cubicBezTo>
                  <a:cubicBezTo>
                    <a:pt x="840504" y="644915"/>
                    <a:pt x="876941" y="502413"/>
                    <a:pt x="852503" y="424271"/>
                  </a:cubicBezTo>
                  <a:cubicBezTo>
                    <a:pt x="852835" y="554886"/>
                    <a:pt x="759372" y="666610"/>
                    <a:pt x="733540" y="649503"/>
                  </a:cubicBezTo>
                  <a:cubicBezTo>
                    <a:pt x="691841" y="621906"/>
                    <a:pt x="733761" y="574899"/>
                    <a:pt x="741586" y="511386"/>
                  </a:cubicBezTo>
                  <a:cubicBezTo>
                    <a:pt x="747470" y="463630"/>
                    <a:pt x="849977" y="378769"/>
                    <a:pt x="777841" y="307379"/>
                  </a:cubicBezTo>
                  <a:cubicBezTo>
                    <a:pt x="812663" y="391192"/>
                    <a:pt x="718124" y="410518"/>
                    <a:pt x="697087" y="480399"/>
                  </a:cubicBezTo>
                  <a:cubicBezTo>
                    <a:pt x="689458" y="505743"/>
                    <a:pt x="670115" y="550061"/>
                    <a:pt x="634918" y="515541"/>
                  </a:cubicBezTo>
                  <a:cubicBezTo>
                    <a:pt x="607842" y="488983"/>
                    <a:pt x="671906" y="467325"/>
                    <a:pt x="666696" y="317513"/>
                  </a:cubicBezTo>
                  <a:cubicBezTo>
                    <a:pt x="664412" y="251816"/>
                    <a:pt x="787860" y="201664"/>
                    <a:pt x="705177" y="68019"/>
                  </a:cubicBezTo>
                  <a:cubicBezTo>
                    <a:pt x="735669" y="151025"/>
                    <a:pt x="658024" y="244717"/>
                    <a:pt x="613702" y="236212"/>
                  </a:cubicBezTo>
                  <a:cubicBezTo>
                    <a:pt x="566537" y="227162"/>
                    <a:pt x="561546" y="158973"/>
                    <a:pt x="550517" y="125165"/>
                  </a:cubicBezTo>
                  <a:cubicBezTo>
                    <a:pt x="555219" y="189083"/>
                    <a:pt x="544120" y="228482"/>
                    <a:pt x="597530" y="325475"/>
                  </a:cubicBezTo>
                  <a:cubicBezTo>
                    <a:pt x="619641" y="365631"/>
                    <a:pt x="533112" y="435989"/>
                    <a:pt x="504889" y="382816"/>
                  </a:cubicBezTo>
                  <a:cubicBezTo>
                    <a:pt x="477833" y="331846"/>
                    <a:pt x="542870" y="313352"/>
                    <a:pt x="527534" y="267724"/>
                  </a:cubicBezTo>
                  <a:cubicBezTo>
                    <a:pt x="507658" y="208588"/>
                    <a:pt x="443946" y="259133"/>
                    <a:pt x="432944" y="172455"/>
                  </a:cubicBezTo>
                  <a:cubicBezTo>
                    <a:pt x="421427" y="81709"/>
                    <a:pt x="449724" y="13814"/>
                    <a:pt x="580460" y="6545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EE6E9E4-AF63-274A-5BC0-C7B6E579F680}"/>
                </a:ext>
              </a:extLst>
            </p:cNvPr>
            <p:cNvSpPr/>
            <p:nvPr/>
          </p:nvSpPr>
          <p:spPr>
            <a:xfrm>
              <a:off x="3720878" y="5133350"/>
              <a:ext cx="841010" cy="1151932"/>
            </a:xfrm>
            <a:custGeom>
              <a:avLst/>
              <a:gdLst>
                <a:gd name="connsiteX0" fmla="*/ 567178 w 841010"/>
                <a:gd name="connsiteY0" fmla="*/ 6444 h 1151932"/>
                <a:gd name="connsiteX1" fmla="*/ 366767 w 841010"/>
                <a:gd name="connsiteY1" fmla="*/ 135618 h 1151932"/>
                <a:gd name="connsiteX2" fmla="*/ 312022 w 841010"/>
                <a:gd name="connsiteY2" fmla="*/ 118787 h 1151932"/>
                <a:gd name="connsiteX3" fmla="*/ 272396 w 841010"/>
                <a:gd name="connsiteY3" fmla="*/ 9326 h 1151932"/>
                <a:gd name="connsiteX4" fmla="*/ 330828 w 841010"/>
                <a:gd name="connsiteY4" fmla="*/ 213334 h 1151932"/>
                <a:gd name="connsiteX5" fmla="*/ 337340 w 841010"/>
                <a:gd name="connsiteY5" fmla="*/ 378057 h 1151932"/>
                <a:gd name="connsiteX6" fmla="*/ 239119 w 841010"/>
                <a:gd name="connsiteY6" fmla="*/ 298760 h 1151932"/>
                <a:gd name="connsiteX7" fmla="*/ 220796 w 841010"/>
                <a:gd name="connsiteY7" fmla="*/ 130868 h 1151932"/>
                <a:gd name="connsiteX8" fmla="*/ 175858 w 841010"/>
                <a:gd name="connsiteY8" fmla="*/ 260281 h 1151932"/>
                <a:gd name="connsiteX9" fmla="*/ 201731 w 841010"/>
                <a:gd name="connsiteY9" fmla="*/ 419558 h 1151932"/>
                <a:gd name="connsiteX10" fmla="*/ 257349 w 841010"/>
                <a:gd name="connsiteY10" fmla="*/ 559410 h 1151932"/>
                <a:gd name="connsiteX11" fmla="*/ 118353 w 841010"/>
                <a:gd name="connsiteY11" fmla="*/ 500080 h 1151932"/>
                <a:gd name="connsiteX12" fmla="*/ 42398 w 841010"/>
                <a:gd name="connsiteY12" fmla="*/ 248788 h 1151932"/>
                <a:gd name="connsiteX13" fmla="*/ 52124 w 841010"/>
                <a:gd name="connsiteY13" fmla="*/ 528519 h 1151932"/>
                <a:gd name="connsiteX14" fmla="*/ 182373 w 841010"/>
                <a:gd name="connsiteY14" fmla="*/ 761565 h 1151932"/>
                <a:gd name="connsiteX15" fmla="*/ 67810 w 841010"/>
                <a:gd name="connsiteY15" fmla="*/ 763970 h 1151932"/>
                <a:gd name="connsiteX16" fmla="*/ -395 w 841010"/>
                <a:gd name="connsiteY16" fmla="*/ 596406 h 1151932"/>
                <a:gd name="connsiteX17" fmla="*/ 34143 w 841010"/>
                <a:gd name="connsiteY17" fmla="*/ 817061 h 1151932"/>
                <a:gd name="connsiteX18" fmla="*/ 136213 w 841010"/>
                <a:gd name="connsiteY18" fmla="*/ 905095 h 1151932"/>
                <a:gd name="connsiteX19" fmla="*/ 187647 w 841010"/>
                <a:gd name="connsiteY19" fmla="*/ 951494 h 1151932"/>
                <a:gd name="connsiteX20" fmla="*/ 49528 w 841010"/>
                <a:gd name="connsiteY20" fmla="*/ 902087 h 1151932"/>
                <a:gd name="connsiteX21" fmla="*/ 201872 w 841010"/>
                <a:gd name="connsiteY21" fmla="*/ 1095019 h 1151932"/>
                <a:gd name="connsiteX22" fmla="*/ 348427 w 841010"/>
                <a:gd name="connsiteY22" fmla="*/ 1150348 h 1151932"/>
                <a:gd name="connsiteX23" fmla="*/ 226264 w 841010"/>
                <a:gd name="connsiteY23" fmla="*/ 968945 h 1151932"/>
                <a:gd name="connsiteX24" fmla="*/ 232147 w 841010"/>
                <a:gd name="connsiteY24" fmla="*/ 744853 h 1151932"/>
                <a:gd name="connsiteX25" fmla="*/ 278806 w 841010"/>
                <a:gd name="connsiteY25" fmla="*/ 929473 h 1151932"/>
                <a:gd name="connsiteX26" fmla="*/ 330997 w 841010"/>
                <a:gd name="connsiteY26" fmla="*/ 940367 h 1151932"/>
                <a:gd name="connsiteX27" fmla="*/ 368553 w 841010"/>
                <a:gd name="connsiteY27" fmla="*/ 1005921 h 1151932"/>
                <a:gd name="connsiteX28" fmla="*/ 340085 w 841010"/>
                <a:gd name="connsiteY28" fmla="*/ 885486 h 1151932"/>
                <a:gd name="connsiteX29" fmla="*/ 287510 w 841010"/>
                <a:gd name="connsiteY29" fmla="*/ 705943 h 1151932"/>
                <a:gd name="connsiteX30" fmla="*/ 346442 w 841010"/>
                <a:gd name="connsiteY30" fmla="*/ 462424 h 1151932"/>
                <a:gd name="connsiteX31" fmla="*/ 326740 w 841010"/>
                <a:gd name="connsiteY31" fmla="*/ 688895 h 1151932"/>
                <a:gd name="connsiteX32" fmla="*/ 416205 w 841010"/>
                <a:gd name="connsiteY32" fmla="*/ 782995 h 1151932"/>
                <a:gd name="connsiteX33" fmla="*/ 402004 w 841010"/>
                <a:gd name="connsiteY33" fmla="*/ 596145 h 1151932"/>
                <a:gd name="connsiteX34" fmla="*/ 436547 w 841010"/>
                <a:gd name="connsiteY34" fmla="*/ 324008 h 1151932"/>
                <a:gd name="connsiteX35" fmla="*/ 480963 w 841010"/>
                <a:gd name="connsiteY35" fmla="*/ 540146 h 1151932"/>
                <a:gd name="connsiteX36" fmla="*/ 469712 w 841010"/>
                <a:gd name="connsiteY36" fmla="*/ 749390 h 1151932"/>
                <a:gd name="connsiteX37" fmla="*/ 576213 w 841010"/>
                <a:gd name="connsiteY37" fmla="*/ 626238 h 1151932"/>
                <a:gd name="connsiteX38" fmla="*/ 512154 w 841010"/>
                <a:gd name="connsiteY38" fmla="*/ 878710 h 1151932"/>
                <a:gd name="connsiteX39" fmla="*/ 677087 w 841010"/>
                <a:gd name="connsiteY39" fmla="*/ 673623 h 1151932"/>
                <a:gd name="connsiteX40" fmla="*/ 590872 w 841010"/>
                <a:gd name="connsiteY40" fmla="*/ 1015567 h 1151932"/>
                <a:gd name="connsiteX41" fmla="*/ 428693 w 841010"/>
                <a:gd name="connsiteY41" fmla="*/ 1152365 h 1151932"/>
                <a:gd name="connsiteX42" fmla="*/ 684562 w 841010"/>
                <a:gd name="connsiteY42" fmla="*/ 993622 h 1151932"/>
                <a:gd name="connsiteX43" fmla="*/ 770598 w 841010"/>
                <a:gd name="connsiteY43" fmla="*/ 912872 h 1151932"/>
                <a:gd name="connsiteX44" fmla="*/ 832360 w 841010"/>
                <a:gd name="connsiteY44" fmla="*/ 717292 h 1151932"/>
                <a:gd name="connsiteX45" fmla="*/ 691766 w 841010"/>
                <a:gd name="connsiteY45" fmla="*/ 879315 h 1151932"/>
                <a:gd name="connsiteX46" fmla="*/ 771215 w 841010"/>
                <a:gd name="connsiteY46" fmla="*/ 735574 h 1151932"/>
                <a:gd name="connsiteX47" fmla="*/ 833013 w 841010"/>
                <a:gd name="connsiteY47" fmla="*/ 417152 h 1151932"/>
                <a:gd name="connsiteX48" fmla="*/ 716772 w 841010"/>
                <a:gd name="connsiteY48" fmla="*/ 638607 h 1151932"/>
                <a:gd name="connsiteX49" fmla="*/ 724634 w 841010"/>
                <a:gd name="connsiteY49" fmla="*/ 502812 h 1151932"/>
                <a:gd name="connsiteX50" fmla="*/ 760060 w 841010"/>
                <a:gd name="connsiteY50" fmla="*/ 302242 h 1151932"/>
                <a:gd name="connsiteX51" fmla="*/ 681155 w 841010"/>
                <a:gd name="connsiteY51" fmla="*/ 472353 h 1151932"/>
                <a:gd name="connsiteX52" fmla="*/ 620408 w 841010"/>
                <a:gd name="connsiteY52" fmla="*/ 506903 h 1151932"/>
                <a:gd name="connsiteX53" fmla="*/ 651459 w 841010"/>
                <a:gd name="connsiteY53" fmla="*/ 312205 h 1151932"/>
                <a:gd name="connsiteX54" fmla="*/ 689059 w 841010"/>
                <a:gd name="connsiteY54" fmla="*/ 66908 h 1151932"/>
                <a:gd name="connsiteX55" fmla="*/ 599678 w 841010"/>
                <a:gd name="connsiteY55" fmla="*/ 232272 h 1151932"/>
                <a:gd name="connsiteX56" fmla="*/ 537940 w 841010"/>
                <a:gd name="connsiteY56" fmla="*/ 123094 h 1151932"/>
                <a:gd name="connsiteX57" fmla="*/ 583875 w 841010"/>
                <a:gd name="connsiteY57" fmla="*/ 320035 h 1151932"/>
                <a:gd name="connsiteX58" fmla="*/ 493355 w 841010"/>
                <a:gd name="connsiteY58" fmla="*/ 376411 h 1151932"/>
                <a:gd name="connsiteX59" fmla="*/ 515482 w 841010"/>
                <a:gd name="connsiteY59" fmla="*/ 263253 h 1151932"/>
                <a:gd name="connsiteX60" fmla="*/ 423059 w 841010"/>
                <a:gd name="connsiteY60" fmla="*/ 169587 h 1151932"/>
                <a:gd name="connsiteX61" fmla="*/ 567198 w 841010"/>
                <a:gd name="connsiteY61" fmla="*/ 6467 h 115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41010" h="1151932">
                  <a:moveTo>
                    <a:pt x="567178" y="6444"/>
                  </a:moveTo>
                  <a:cubicBezTo>
                    <a:pt x="443430" y="-21535"/>
                    <a:pt x="385431" y="52662"/>
                    <a:pt x="366767" y="135618"/>
                  </a:cubicBezTo>
                  <a:cubicBezTo>
                    <a:pt x="355446" y="185962"/>
                    <a:pt x="302259" y="157166"/>
                    <a:pt x="312022" y="118787"/>
                  </a:cubicBezTo>
                  <a:cubicBezTo>
                    <a:pt x="320564" y="85202"/>
                    <a:pt x="316263" y="26777"/>
                    <a:pt x="272396" y="9326"/>
                  </a:cubicBezTo>
                  <a:cubicBezTo>
                    <a:pt x="323128" y="87834"/>
                    <a:pt x="243879" y="150223"/>
                    <a:pt x="330828" y="213334"/>
                  </a:cubicBezTo>
                  <a:cubicBezTo>
                    <a:pt x="396801" y="261214"/>
                    <a:pt x="380243" y="351621"/>
                    <a:pt x="337340" y="378057"/>
                  </a:cubicBezTo>
                  <a:cubicBezTo>
                    <a:pt x="297286" y="402737"/>
                    <a:pt x="260957" y="345132"/>
                    <a:pt x="239119" y="298760"/>
                  </a:cubicBezTo>
                  <a:cubicBezTo>
                    <a:pt x="212363" y="241943"/>
                    <a:pt x="188273" y="219172"/>
                    <a:pt x="220796" y="130868"/>
                  </a:cubicBezTo>
                  <a:cubicBezTo>
                    <a:pt x="175990" y="173462"/>
                    <a:pt x="161838" y="210632"/>
                    <a:pt x="175858" y="260281"/>
                  </a:cubicBezTo>
                  <a:cubicBezTo>
                    <a:pt x="187474" y="301416"/>
                    <a:pt x="227789" y="351115"/>
                    <a:pt x="201731" y="419558"/>
                  </a:cubicBezTo>
                  <a:cubicBezTo>
                    <a:pt x="176080" y="486926"/>
                    <a:pt x="276119" y="494846"/>
                    <a:pt x="257349" y="559410"/>
                  </a:cubicBezTo>
                  <a:cubicBezTo>
                    <a:pt x="235312" y="635205"/>
                    <a:pt x="144911" y="578860"/>
                    <a:pt x="118353" y="500080"/>
                  </a:cubicBezTo>
                  <a:cubicBezTo>
                    <a:pt x="101458" y="449961"/>
                    <a:pt x="186836" y="305036"/>
                    <a:pt x="42398" y="248788"/>
                  </a:cubicBezTo>
                  <a:cubicBezTo>
                    <a:pt x="177461" y="331676"/>
                    <a:pt x="44842" y="444951"/>
                    <a:pt x="52124" y="528519"/>
                  </a:cubicBezTo>
                  <a:cubicBezTo>
                    <a:pt x="64688" y="672707"/>
                    <a:pt x="205322" y="712277"/>
                    <a:pt x="182373" y="761565"/>
                  </a:cubicBezTo>
                  <a:cubicBezTo>
                    <a:pt x="170602" y="786848"/>
                    <a:pt x="125645" y="832506"/>
                    <a:pt x="67810" y="763970"/>
                  </a:cubicBezTo>
                  <a:cubicBezTo>
                    <a:pt x="46440" y="738647"/>
                    <a:pt x="62028" y="644446"/>
                    <a:pt x="-395" y="596406"/>
                  </a:cubicBezTo>
                  <a:cubicBezTo>
                    <a:pt x="50709" y="672479"/>
                    <a:pt x="12032" y="760227"/>
                    <a:pt x="34143" y="817061"/>
                  </a:cubicBezTo>
                  <a:cubicBezTo>
                    <a:pt x="55649" y="872343"/>
                    <a:pt x="67245" y="882816"/>
                    <a:pt x="136213" y="905095"/>
                  </a:cubicBezTo>
                  <a:cubicBezTo>
                    <a:pt x="158562" y="912315"/>
                    <a:pt x="185297" y="918346"/>
                    <a:pt x="187647" y="951494"/>
                  </a:cubicBezTo>
                  <a:cubicBezTo>
                    <a:pt x="192053" y="1013626"/>
                    <a:pt x="53567" y="999786"/>
                    <a:pt x="49528" y="902087"/>
                  </a:cubicBezTo>
                  <a:cubicBezTo>
                    <a:pt x="25562" y="1050812"/>
                    <a:pt x="150832" y="1006669"/>
                    <a:pt x="201872" y="1095019"/>
                  </a:cubicBezTo>
                  <a:cubicBezTo>
                    <a:pt x="219208" y="1125027"/>
                    <a:pt x="282958" y="1142750"/>
                    <a:pt x="348427" y="1150348"/>
                  </a:cubicBezTo>
                  <a:cubicBezTo>
                    <a:pt x="260852" y="1107014"/>
                    <a:pt x="232779" y="1051480"/>
                    <a:pt x="226264" y="968945"/>
                  </a:cubicBezTo>
                  <a:cubicBezTo>
                    <a:pt x="221348" y="906674"/>
                    <a:pt x="270403" y="876109"/>
                    <a:pt x="232147" y="744853"/>
                  </a:cubicBezTo>
                  <a:cubicBezTo>
                    <a:pt x="286561" y="834044"/>
                    <a:pt x="260584" y="876686"/>
                    <a:pt x="278806" y="929473"/>
                  </a:cubicBezTo>
                  <a:cubicBezTo>
                    <a:pt x="307393" y="1012279"/>
                    <a:pt x="330997" y="940367"/>
                    <a:pt x="330997" y="940367"/>
                  </a:cubicBezTo>
                  <a:cubicBezTo>
                    <a:pt x="330997" y="940367"/>
                    <a:pt x="339164" y="1024509"/>
                    <a:pt x="368553" y="1005921"/>
                  </a:cubicBezTo>
                  <a:cubicBezTo>
                    <a:pt x="410858" y="979165"/>
                    <a:pt x="347845" y="912428"/>
                    <a:pt x="340085" y="885486"/>
                  </a:cubicBezTo>
                  <a:cubicBezTo>
                    <a:pt x="324302" y="830681"/>
                    <a:pt x="311438" y="808568"/>
                    <a:pt x="287510" y="705943"/>
                  </a:cubicBezTo>
                  <a:cubicBezTo>
                    <a:pt x="267489" y="620071"/>
                    <a:pt x="369145" y="521848"/>
                    <a:pt x="346442" y="462424"/>
                  </a:cubicBezTo>
                  <a:cubicBezTo>
                    <a:pt x="403809" y="516032"/>
                    <a:pt x="311962" y="613653"/>
                    <a:pt x="326740" y="688895"/>
                  </a:cubicBezTo>
                  <a:cubicBezTo>
                    <a:pt x="342890" y="771126"/>
                    <a:pt x="376099" y="823511"/>
                    <a:pt x="416205" y="782995"/>
                  </a:cubicBezTo>
                  <a:cubicBezTo>
                    <a:pt x="443357" y="755567"/>
                    <a:pt x="358680" y="688298"/>
                    <a:pt x="402004" y="596145"/>
                  </a:cubicBezTo>
                  <a:cubicBezTo>
                    <a:pt x="446159" y="502225"/>
                    <a:pt x="404315" y="364238"/>
                    <a:pt x="436547" y="324008"/>
                  </a:cubicBezTo>
                  <a:cubicBezTo>
                    <a:pt x="418138" y="427590"/>
                    <a:pt x="449681" y="473680"/>
                    <a:pt x="480963" y="540146"/>
                  </a:cubicBezTo>
                  <a:cubicBezTo>
                    <a:pt x="509710" y="601219"/>
                    <a:pt x="432232" y="718939"/>
                    <a:pt x="469712" y="749390"/>
                  </a:cubicBezTo>
                  <a:cubicBezTo>
                    <a:pt x="507192" y="779843"/>
                    <a:pt x="562183" y="712168"/>
                    <a:pt x="576213" y="626238"/>
                  </a:cubicBezTo>
                  <a:cubicBezTo>
                    <a:pt x="578349" y="741588"/>
                    <a:pt x="472038" y="847253"/>
                    <a:pt x="512154" y="878710"/>
                  </a:cubicBezTo>
                  <a:cubicBezTo>
                    <a:pt x="590334" y="939988"/>
                    <a:pt x="587101" y="736650"/>
                    <a:pt x="677087" y="673623"/>
                  </a:cubicBezTo>
                  <a:cubicBezTo>
                    <a:pt x="585376" y="791906"/>
                    <a:pt x="654344" y="892120"/>
                    <a:pt x="590872" y="1015567"/>
                  </a:cubicBezTo>
                  <a:cubicBezTo>
                    <a:pt x="557796" y="1079919"/>
                    <a:pt x="468903" y="1129822"/>
                    <a:pt x="428693" y="1152365"/>
                  </a:cubicBezTo>
                  <a:cubicBezTo>
                    <a:pt x="643353" y="1150072"/>
                    <a:pt x="626053" y="1131151"/>
                    <a:pt x="684562" y="993622"/>
                  </a:cubicBezTo>
                  <a:cubicBezTo>
                    <a:pt x="699001" y="959675"/>
                    <a:pt x="741304" y="944011"/>
                    <a:pt x="770598" y="912872"/>
                  </a:cubicBezTo>
                  <a:cubicBezTo>
                    <a:pt x="812720" y="868097"/>
                    <a:pt x="786976" y="806921"/>
                    <a:pt x="832360" y="717292"/>
                  </a:cubicBezTo>
                  <a:cubicBezTo>
                    <a:pt x="757208" y="789212"/>
                    <a:pt x="748490" y="922859"/>
                    <a:pt x="691766" y="879315"/>
                  </a:cubicBezTo>
                  <a:cubicBezTo>
                    <a:pt x="674411" y="865994"/>
                    <a:pt x="731847" y="815377"/>
                    <a:pt x="771215" y="735574"/>
                  </a:cubicBezTo>
                  <a:cubicBezTo>
                    <a:pt x="821288" y="634076"/>
                    <a:pt x="856891" y="493975"/>
                    <a:pt x="833013" y="417152"/>
                  </a:cubicBezTo>
                  <a:cubicBezTo>
                    <a:pt x="833338" y="545570"/>
                    <a:pt x="742015" y="655414"/>
                    <a:pt x="716772" y="638607"/>
                  </a:cubicBezTo>
                  <a:cubicBezTo>
                    <a:pt x="676026" y="611473"/>
                    <a:pt x="716988" y="565258"/>
                    <a:pt x="724634" y="502812"/>
                  </a:cubicBezTo>
                  <a:cubicBezTo>
                    <a:pt x="730383" y="455859"/>
                    <a:pt x="830543" y="372426"/>
                    <a:pt x="760060" y="302242"/>
                  </a:cubicBezTo>
                  <a:cubicBezTo>
                    <a:pt x="794087" y="384646"/>
                    <a:pt x="701709" y="403646"/>
                    <a:pt x="681155" y="472353"/>
                  </a:cubicBezTo>
                  <a:cubicBezTo>
                    <a:pt x="673701" y="497268"/>
                    <a:pt x="654800" y="540844"/>
                    <a:pt x="620408" y="506903"/>
                  </a:cubicBezTo>
                  <a:cubicBezTo>
                    <a:pt x="593952" y="480793"/>
                    <a:pt x="656549" y="459499"/>
                    <a:pt x="651459" y="312205"/>
                  </a:cubicBezTo>
                  <a:cubicBezTo>
                    <a:pt x="649227" y="247613"/>
                    <a:pt x="769849" y="198304"/>
                    <a:pt x="689059" y="66908"/>
                  </a:cubicBezTo>
                  <a:cubicBezTo>
                    <a:pt x="718853" y="148517"/>
                    <a:pt x="642985" y="240634"/>
                    <a:pt x="599678" y="232272"/>
                  </a:cubicBezTo>
                  <a:cubicBezTo>
                    <a:pt x="553592" y="223374"/>
                    <a:pt x="548718" y="156333"/>
                    <a:pt x="537940" y="123094"/>
                  </a:cubicBezTo>
                  <a:cubicBezTo>
                    <a:pt x="542534" y="185937"/>
                    <a:pt x="531689" y="224674"/>
                    <a:pt x="583875" y="320035"/>
                  </a:cubicBezTo>
                  <a:cubicBezTo>
                    <a:pt x="605481" y="359515"/>
                    <a:pt x="520932" y="428690"/>
                    <a:pt x="493355" y="376411"/>
                  </a:cubicBezTo>
                  <a:cubicBezTo>
                    <a:pt x="466919" y="326298"/>
                    <a:pt x="530467" y="308114"/>
                    <a:pt x="515482" y="263253"/>
                  </a:cubicBezTo>
                  <a:cubicBezTo>
                    <a:pt x="496062" y="205113"/>
                    <a:pt x="433809" y="254806"/>
                    <a:pt x="423059" y="169587"/>
                  </a:cubicBezTo>
                  <a:cubicBezTo>
                    <a:pt x="411805" y="80368"/>
                    <a:pt x="439455" y="13614"/>
                    <a:pt x="567198" y="6467"/>
                  </a:cubicBezTo>
                  <a:close/>
                </a:path>
              </a:pathLst>
            </a:custGeom>
            <a:solidFill>
              <a:srgbClr val="FF00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AB2426E-A10B-48CC-BB1E-3BA6290B691E}"/>
                </a:ext>
              </a:extLst>
            </p:cNvPr>
            <p:cNvSpPr/>
            <p:nvPr/>
          </p:nvSpPr>
          <p:spPr>
            <a:xfrm>
              <a:off x="3929404" y="5400208"/>
              <a:ext cx="511615" cy="906742"/>
            </a:xfrm>
            <a:custGeom>
              <a:avLst/>
              <a:gdLst>
                <a:gd name="connsiteX0" fmla="*/ 238841 w 511615"/>
                <a:gd name="connsiteY0" fmla="*/ -9 h 906742"/>
                <a:gd name="connsiteX1" fmla="*/ 199681 w 511615"/>
                <a:gd name="connsiteY1" fmla="*/ 298204 h 906742"/>
                <a:gd name="connsiteX2" fmla="*/ 215756 w 511615"/>
                <a:gd name="connsiteY2" fmla="*/ 502985 h 906742"/>
                <a:gd name="connsiteX3" fmla="*/ 114348 w 511615"/>
                <a:gd name="connsiteY3" fmla="*/ 399841 h 906742"/>
                <a:gd name="connsiteX4" fmla="*/ 136655 w 511615"/>
                <a:gd name="connsiteY4" fmla="*/ 151673 h 906742"/>
                <a:gd name="connsiteX5" fmla="*/ 69875 w 511615"/>
                <a:gd name="connsiteY5" fmla="*/ 418523 h 906742"/>
                <a:gd name="connsiteX6" fmla="*/ 129501 w 511615"/>
                <a:gd name="connsiteY6" fmla="*/ 615296 h 906742"/>
                <a:gd name="connsiteX7" fmla="*/ 161722 w 511615"/>
                <a:gd name="connsiteY7" fmla="*/ 747322 h 906742"/>
                <a:gd name="connsiteX8" fmla="*/ 119163 w 511615"/>
                <a:gd name="connsiteY8" fmla="*/ 675458 h 906742"/>
                <a:gd name="connsiteX9" fmla="*/ 59961 w 511615"/>
                <a:gd name="connsiteY9" fmla="*/ 663480 h 906742"/>
                <a:gd name="connsiteX10" fmla="*/ 7060 w 511615"/>
                <a:gd name="connsiteY10" fmla="*/ 461164 h 906742"/>
                <a:gd name="connsiteX11" fmla="*/ 404 w 511615"/>
                <a:gd name="connsiteY11" fmla="*/ 706813 h 906742"/>
                <a:gd name="connsiteX12" fmla="*/ 97633 w 511615"/>
                <a:gd name="connsiteY12" fmla="*/ 882573 h 906742"/>
                <a:gd name="connsiteX13" fmla="*/ 135521 w 511615"/>
                <a:gd name="connsiteY13" fmla="*/ 900916 h 906742"/>
                <a:gd name="connsiteX14" fmla="*/ 231830 w 511615"/>
                <a:gd name="connsiteY14" fmla="*/ 906734 h 906742"/>
                <a:gd name="connsiteX15" fmla="*/ 413826 w 511615"/>
                <a:gd name="connsiteY15" fmla="*/ 757870 h 906742"/>
                <a:gd name="connsiteX16" fmla="*/ 511622 w 511615"/>
                <a:gd name="connsiteY16" fmla="*/ 383155 h 906742"/>
                <a:gd name="connsiteX17" fmla="*/ 324598 w 511615"/>
                <a:gd name="connsiteY17" fmla="*/ 607910 h 906742"/>
                <a:gd name="connsiteX18" fmla="*/ 397184 w 511615"/>
                <a:gd name="connsiteY18" fmla="*/ 331204 h 906742"/>
                <a:gd name="connsiteX19" fmla="*/ 276443 w 511615"/>
                <a:gd name="connsiteY19" fmla="*/ 466173 h 906742"/>
                <a:gd name="connsiteX20" fmla="*/ 289190 w 511615"/>
                <a:gd name="connsiteY20" fmla="*/ 236885 h 906742"/>
                <a:gd name="connsiteX21" fmla="*/ 238839 w 511615"/>
                <a:gd name="connsiteY21" fmla="*/ -3 h 90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1615" h="906742">
                  <a:moveTo>
                    <a:pt x="238841" y="-9"/>
                  </a:moveTo>
                  <a:cubicBezTo>
                    <a:pt x="202294" y="44073"/>
                    <a:pt x="249747" y="195271"/>
                    <a:pt x="199681" y="298204"/>
                  </a:cubicBezTo>
                  <a:cubicBezTo>
                    <a:pt x="150556" y="399195"/>
                    <a:pt x="246542" y="472927"/>
                    <a:pt x="215756" y="502985"/>
                  </a:cubicBezTo>
                  <a:cubicBezTo>
                    <a:pt x="170280" y="547386"/>
                    <a:pt x="132660" y="489959"/>
                    <a:pt x="114348" y="399841"/>
                  </a:cubicBezTo>
                  <a:cubicBezTo>
                    <a:pt x="97590" y="317377"/>
                    <a:pt x="201704" y="210418"/>
                    <a:pt x="136655" y="151673"/>
                  </a:cubicBezTo>
                  <a:cubicBezTo>
                    <a:pt x="162398" y="216798"/>
                    <a:pt x="47173" y="324425"/>
                    <a:pt x="69875" y="418523"/>
                  </a:cubicBezTo>
                  <a:cubicBezTo>
                    <a:pt x="97007" y="530992"/>
                    <a:pt x="111605" y="555235"/>
                    <a:pt x="129501" y="615296"/>
                  </a:cubicBezTo>
                  <a:cubicBezTo>
                    <a:pt x="138298" y="644822"/>
                    <a:pt x="209689" y="718002"/>
                    <a:pt x="161722" y="747322"/>
                  </a:cubicBezTo>
                  <a:cubicBezTo>
                    <a:pt x="128397" y="767692"/>
                    <a:pt x="119163" y="675458"/>
                    <a:pt x="119163" y="675458"/>
                  </a:cubicBezTo>
                  <a:cubicBezTo>
                    <a:pt x="119163" y="675458"/>
                    <a:pt x="92375" y="754227"/>
                    <a:pt x="59961" y="663480"/>
                  </a:cubicBezTo>
                  <a:cubicBezTo>
                    <a:pt x="39298" y="605634"/>
                    <a:pt x="68761" y="558909"/>
                    <a:pt x="7060" y="461164"/>
                  </a:cubicBezTo>
                  <a:cubicBezTo>
                    <a:pt x="50438" y="605009"/>
                    <a:pt x="-5170" y="638561"/>
                    <a:pt x="404" y="706813"/>
                  </a:cubicBezTo>
                  <a:cubicBezTo>
                    <a:pt x="6652" y="783306"/>
                    <a:pt x="30396" y="838595"/>
                    <a:pt x="97633" y="882573"/>
                  </a:cubicBezTo>
                  <a:lnTo>
                    <a:pt x="135521" y="900916"/>
                  </a:lnTo>
                  <a:lnTo>
                    <a:pt x="231830" y="906734"/>
                  </a:lnTo>
                  <a:cubicBezTo>
                    <a:pt x="278172" y="881617"/>
                    <a:pt x="376777" y="827517"/>
                    <a:pt x="413826" y="757870"/>
                  </a:cubicBezTo>
                  <a:cubicBezTo>
                    <a:pt x="485800" y="622577"/>
                    <a:pt x="407604" y="512769"/>
                    <a:pt x="511622" y="383155"/>
                  </a:cubicBezTo>
                  <a:cubicBezTo>
                    <a:pt x="409584" y="452235"/>
                    <a:pt x="413244" y="675082"/>
                    <a:pt x="324598" y="607910"/>
                  </a:cubicBezTo>
                  <a:cubicBezTo>
                    <a:pt x="279110" y="573450"/>
                    <a:pt x="399606" y="457610"/>
                    <a:pt x="397184" y="331204"/>
                  </a:cubicBezTo>
                  <a:cubicBezTo>
                    <a:pt x="381276" y="425375"/>
                    <a:pt x="318942" y="499547"/>
                    <a:pt x="276443" y="466173"/>
                  </a:cubicBezTo>
                  <a:cubicBezTo>
                    <a:pt x="233944" y="432800"/>
                    <a:pt x="321786" y="303818"/>
                    <a:pt x="289190" y="236885"/>
                  </a:cubicBezTo>
                  <a:cubicBezTo>
                    <a:pt x="253719" y="164055"/>
                    <a:pt x="217966" y="113522"/>
                    <a:pt x="238839" y="-3"/>
                  </a:cubicBezTo>
                  <a:close/>
                </a:path>
              </a:pathLst>
            </a:custGeom>
            <a:solidFill>
              <a:srgbClr val="000000">
                <a:alpha val="22000"/>
              </a:srgbClr>
            </a:solidFill>
            <a:ln w="2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07E8DD2-26D9-2F32-270D-7E3567C2ABC4}"/>
                </a:ext>
              </a:extLst>
            </p:cNvPr>
            <p:cNvSpPr/>
            <p:nvPr/>
          </p:nvSpPr>
          <p:spPr>
            <a:xfrm>
              <a:off x="3947179" y="5456945"/>
              <a:ext cx="451200" cy="827408"/>
            </a:xfrm>
            <a:custGeom>
              <a:avLst/>
              <a:gdLst>
                <a:gd name="connsiteX0" fmla="*/ 210630 w 451200"/>
                <a:gd name="connsiteY0" fmla="*/ 0 h 827408"/>
                <a:gd name="connsiteX1" fmla="*/ 176093 w 451200"/>
                <a:gd name="connsiteY1" fmla="*/ 272117 h 827408"/>
                <a:gd name="connsiteX2" fmla="*/ 190270 w 451200"/>
                <a:gd name="connsiteY2" fmla="*/ 458977 h 827408"/>
                <a:gd name="connsiteX3" fmla="*/ 100837 w 451200"/>
                <a:gd name="connsiteY3" fmla="*/ 364860 h 827408"/>
                <a:gd name="connsiteX4" fmla="*/ 120510 w 451200"/>
                <a:gd name="connsiteY4" fmla="*/ 138409 h 827408"/>
                <a:gd name="connsiteX5" fmla="*/ 53398 w 451200"/>
                <a:gd name="connsiteY5" fmla="*/ 378150 h 827408"/>
                <a:gd name="connsiteX6" fmla="*/ 106209 w 451200"/>
                <a:gd name="connsiteY6" fmla="*/ 553481 h 827408"/>
                <a:gd name="connsiteX7" fmla="*/ 138622 w 451200"/>
                <a:gd name="connsiteY7" fmla="*/ 673953 h 827408"/>
                <a:gd name="connsiteX8" fmla="*/ 105085 w 451200"/>
                <a:gd name="connsiteY8" fmla="*/ 616372 h 827408"/>
                <a:gd name="connsiteX9" fmla="*/ 52874 w 451200"/>
                <a:gd name="connsiteY9" fmla="*/ 605442 h 827408"/>
                <a:gd name="connsiteX10" fmla="*/ 6221 w 451200"/>
                <a:gd name="connsiteY10" fmla="*/ 420830 h 827408"/>
                <a:gd name="connsiteX11" fmla="*/ 351 w 451200"/>
                <a:gd name="connsiteY11" fmla="*/ 644983 h 827408"/>
                <a:gd name="connsiteX12" fmla="*/ 86099 w 451200"/>
                <a:gd name="connsiteY12" fmla="*/ 805363 h 827408"/>
                <a:gd name="connsiteX13" fmla="*/ 119512 w 451200"/>
                <a:gd name="connsiteY13" fmla="*/ 822100 h 827408"/>
                <a:gd name="connsiteX14" fmla="*/ 204448 w 451200"/>
                <a:gd name="connsiteY14" fmla="*/ 827409 h 827408"/>
                <a:gd name="connsiteX15" fmla="*/ 364953 w 451200"/>
                <a:gd name="connsiteY15" fmla="*/ 691572 h 827408"/>
                <a:gd name="connsiteX16" fmla="*/ 451200 w 451200"/>
                <a:gd name="connsiteY16" fmla="*/ 349648 h 827408"/>
                <a:gd name="connsiteX17" fmla="*/ 286261 w 451200"/>
                <a:gd name="connsiteY17" fmla="*/ 554735 h 827408"/>
                <a:gd name="connsiteX18" fmla="*/ 350276 w 451200"/>
                <a:gd name="connsiteY18" fmla="*/ 302243 h 827408"/>
                <a:gd name="connsiteX19" fmla="*/ 243793 w 451200"/>
                <a:gd name="connsiteY19" fmla="*/ 425401 h 827408"/>
                <a:gd name="connsiteX20" fmla="*/ 255035 w 451200"/>
                <a:gd name="connsiteY20" fmla="*/ 216177 h 827408"/>
                <a:gd name="connsiteX21" fmla="*/ 210630 w 451200"/>
                <a:gd name="connsiteY21" fmla="*/ 19 h 82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1200" h="827408">
                  <a:moveTo>
                    <a:pt x="210630" y="0"/>
                  </a:moveTo>
                  <a:cubicBezTo>
                    <a:pt x="178398" y="40224"/>
                    <a:pt x="220247" y="178191"/>
                    <a:pt x="176093" y="272117"/>
                  </a:cubicBezTo>
                  <a:cubicBezTo>
                    <a:pt x="132770" y="364270"/>
                    <a:pt x="217420" y="431550"/>
                    <a:pt x="190270" y="458977"/>
                  </a:cubicBezTo>
                  <a:cubicBezTo>
                    <a:pt x="150164" y="499493"/>
                    <a:pt x="116987" y="447091"/>
                    <a:pt x="100837" y="364860"/>
                  </a:cubicBezTo>
                  <a:cubicBezTo>
                    <a:pt x="86058" y="289612"/>
                    <a:pt x="177878" y="192013"/>
                    <a:pt x="120510" y="138409"/>
                  </a:cubicBezTo>
                  <a:cubicBezTo>
                    <a:pt x="140399" y="203462"/>
                    <a:pt x="52059" y="285559"/>
                    <a:pt x="53398" y="378150"/>
                  </a:cubicBezTo>
                  <a:cubicBezTo>
                    <a:pt x="54593" y="460882"/>
                    <a:pt x="76353" y="497269"/>
                    <a:pt x="106209" y="553481"/>
                  </a:cubicBezTo>
                  <a:cubicBezTo>
                    <a:pt x="119360" y="578242"/>
                    <a:pt x="180925" y="647199"/>
                    <a:pt x="138622" y="673953"/>
                  </a:cubicBezTo>
                  <a:cubicBezTo>
                    <a:pt x="109232" y="692540"/>
                    <a:pt x="105085" y="616372"/>
                    <a:pt x="105085" y="616372"/>
                  </a:cubicBezTo>
                  <a:cubicBezTo>
                    <a:pt x="105085" y="616372"/>
                    <a:pt x="81461" y="688248"/>
                    <a:pt x="52874" y="605442"/>
                  </a:cubicBezTo>
                  <a:cubicBezTo>
                    <a:pt x="34652" y="552658"/>
                    <a:pt x="60635" y="510022"/>
                    <a:pt x="6221" y="420830"/>
                  </a:cubicBezTo>
                  <a:cubicBezTo>
                    <a:pt x="44477" y="552088"/>
                    <a:pt x="-4565" y="582703"/>
                    <a:pt x="351" y="644983"/>
                  </a:cubicBezTo>
                  <a:cubicBezTo>
                    <a:pt x="5861" y="714783"/>
                    <a:pt x="26801" y="765233"/>
                    <a:pt x="86099" y="805363"/>
                  </a:cubicBezTo>
                  <a:lnTo>
                    <a:pt x="119512" y="822100"/>
                  </a:lnTo>
                  <a:lnTo>
                    <a:pt x="204448" y="827409"/>
                  </a:lnTo>
                  <a:cubicBezTo>
                    <a:pt x="245318" y="804490"/>
                    <a:pt x="332279" y="755125"/>
                    <a:pt x="364953" y="691572"/>
                  </a:cubicBezTo>
                  <a:cubicBezTo>
                    <a:pt x="428427" y="568119"/>
                    <a:pt x="359466" y="467919"/>
                    <a:pt x="451200" y="349648"/>
                  </a:cubicBezTo>
                  <a:cubicBezTo>
                    <a:pt x="361211" y="412683"/>
                    <a:pt x="364439" y="616029"/>
                    <a:pt x="286261" y="554735"/>
                  </a:cubicBezTo>
                  <a:cubicBezTo>
                    <a:pt x="246145" y="523290"/>
                    <a:pt x="352412" y="417587"/>
                    <a:pt x="350276" y="302243"/>
                  </a:cubicBezTo>
                  <a:cubicBezTo>
                    <a:pt x="336247" y="388173"/>
                    <a:pt x="281273" y="455854"/>
                    <a:pt x="243793" y="425401"/>
                  </a:cubicBezTo>
                  <a:cubicBezTo>
                    <a:pt x="206313" y="394948"/>
                    <a:pt x="283781" y="277254"/>
                    <a:pt x="255035" y="216177"/>
                  </a:cubicBezTo>
                  <a:cubicBezTo>
                    <a:pt x="223752" y="149721"/>
                    <a:pt x="192221" y="103609"/>
                    <a:pt x="210630" y="19"/>
                  </a:cubicBezTo>
                  <a:close/>
                </a:path>
              </a:pathLst>
            </a:custGeom>
            <a:solidFill>
              <a:srgbClr val="FF7D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B7A037C-86F8-FB55-3DEA-987BB69C0C50}"/>
              </a:ext>
            </a:extLst>
          </p:cNvPr>
          <p:cNvSpPr/>
          <p:nvPr/>
        </p:nvSpPr>
        <p:spPr>
          <a:xfrm rot="5400000">
            <a:off x="3425344" y="2983191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9044E-AF1C-5684-ECEA-0F62F965219C}"/>
              </a:ext>
            </a:extLst>
          </p:cNvPr>
          <p:cNvSpPr/>
          <p:nvPr/>
        </p:nvSpPr>
        <p:spPr>
          <a:xfrm rot="5400000">
            <a:off x="3812169" y="2408426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21C95-88F0-A9F5-1CE2-510FDB07BFE0}"/>
              </a:ext>
            </a:extLst>
          </p:cNvPr>
          <p:cNvSpPr txBox="1"/>
          <p:nvPr/>
        </p:nvSpPr>
        <p:spPr>
          <a:xfrm>
            <a:off x="4097279" y="3126529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2A93AF5C-433F-0BEE-A412-8C72252038FF}"/>
              </a:ext>
            </a:extLst>
          </p:cNvPr>
          <p:cNvSpPr/>
          <p:nvPr/>
        </p:nvSpPr>
        <p:spPr>
          <a:xfrm rot="5400000">
            <a:off x="6175971" y="3095184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384C9B-85A6-E6F0-99ED-A99AF4FF5844}"/>
              </a:ext>
            </a:extLst>
          </p:cNvPr>
          <p:cNvSpPr/>
          <p:nvPr/>
        </p:nvSpPr>
        <p:spPr>
          <a:xfrm>
            <a:off x="7268961" y="2743491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BDCF58F9-3B24-ABB9-AC4C-1665726D78CB}"/>
              </a:ext>
            </a:extLst>
          </p:cNvPr>
          <p:cNvSpPr/>
          <p:nvPr/>
        </p:nvSpPr>
        <p:spPr>
          <a:xfrm rot="5400000">
            <a:off x="7697066" y="3095184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C77925-B48A-B399-1873-B5E91F59B77C}"/>
              </a:ext>
            </a:extLst>
          </p:cNvPr>
          <p:cNvSpPr txBox="1"/>
          <p:nvPr/>
        </p:nvSpPr>
        <p:spPr>
          <a:xfrm>
            <a:off x="7199451" y="3234255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1CC3B767-AE4A-98FA-B48B-BBB2B628CC65}"/>
              </a:ext>
            </a:extLst>
          </p:cNvPr>
          <p:cNvSpPr/>
          <p:nvPr/>
        </p:nvSpPr>
        <p:spPr>
          <a:xfrm rot="5400000">
            <a:off x="8728136" y="3095184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8CD22527-43E3-2D9A-3890-90E2C520D773}"/>
              </a:ext>
            </a:extLst>
          </p:cNvPr>
          <p:cNvSpPr/>
          <p:nvPr/>
        </p:nvSpPr>
        <p:spPr>
          <a:xfrm>
            <a:off x="3620425" y="2118765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56AEB16-D5D4-0437-E7AA-161AE3B0FB35}"/>
              </a:ext>
            </a:extLst>
          </p:cNvPr>
          <p:cNvSpPr/>
          <p:nvPr/>
        </p:nvSpPr>
        <p:spPr>
          <a:xfrm rot="10800000">
            <a:off x="3620425" y="4190788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0AF7D8-26D5-CD28-E4DA-65F1B2D933BE}"/>
              </a:ext>
            </a:extLst>
          </p:cNvPr>
          <p:cNvCxnSpPr>
            <a:cxnSpLocks/>
          </p:cNvCxnSpPr>
          <p:nvPr/>
        </p:nvCxnSpPr>
        <p:spPr>
          <a:xfrm>
            <a:off x="3620425" y="3388139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EDED0BB-5C28-9352-687F-2E9918061ABB}"/>
              </a:ext>
            </a:extLst>
          </p:cNvPr>
          <p:cNvSpPr/>
          <p:nvPr/>
        </p:nvSpPr>
        <p:spPr>
          <a:xfrm>
            <a:off x="5484559" y="3280711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8C91DBE-B1F2-7EE2-4FBF-73F9FB34E677}"/>
              </a:ext>
            </a:extLst>
          </p:cNvPr>
          <p:cNvSpPr/>
          <p:nvPr/>
        </p:nvSpPr>
        <p:spPr>
          <a:xfrm>
            <a:off x="6584022" y="3280711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2DA430-6968-7441-3DD8-8476400A127B}"/>
              </a:ext>
            </a:extLst>
          </p:cNvPr>
          <p:cNvCxnSpPr>
            <a:cxnSpLocks/>
          </p:cNvCxnSpPr>
          <p:nvPr/>
        </p:nvCxnSpPr>
        <p:spPr>
          <a:xfrm>
            <a:off x="5667439" y="3374172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F9C33BF-6279-A143-A566-247932867131}"/>
              </a:ext>
            </a:extLst>
          </p:cNvPr>
          <p:cNvCxnSpPr>
            <a:cxnSpLocks/>
          </p:cNvCxnSpPr>
          <p:nvPr/>
        </p:nvCxnSpPr>
        <p:spPr>
          <a:xfrm flipH="1">
            <a:off x="6207332" y="3374172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6F8A8CA-CDF7-0EC0-1B33-68FF153DF317}"/>
              </a:ext>
            </a:extLst>
          </p:cNvPr>
          <p:cNvCxnSpPr>
            <a:cxnSpLocks/>
          </p:cNvCxnSpPr>
          <p:nvPr/>
        </p:nvCxnSpPr>
        <p:spPr>
          <a:xfrm>
            <a:off x="6033199" y="3237012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A71D22-4246-9391-84F2-2DD347A0DE63}"/>
              </a:ext>
            </a:extLst>
          </p:cNvPr>
          <p:cNvCxnSpPr>
            <a:cxnSpLocks/>
          </p:cNvCxnSpPr>
          <p:nvPr/>
        </p:nvCxnSpPr>
        <p:spPr>
          <a:xfrm>
            <a:off x="6201930" y="3237012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78DF924B-6BDD-A83E-42D0-6ACA991BCB9D}"/>
              </a:ext>
            </a:extLst>
          </p:cNvPr>
          <p:cNvSpPr/>
          <p:nvPr/>
        </p:nvSpPr>
        <p:spPr>
          <a:xfrm rot="5400000">
            <a:off x="6060374" y="3034758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FB729B3B-71B8-3A13-3981-667370926766}"/>
              </a:ext>
            </a:extLst>
          </p:cNvPr>
          <p:cNvSpPr/>
          <p:nvPr/>
        </p:nvSpPr>
        <p:spPr>
          <a:xfrm rot="16200000">
            <a:off x="6065815" y="3323869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5290E6-C242-7429-41CA-04CD54B8A447}"/>
              </a:ext>
            </a:extLst>
          </p:cNvPr>
          <p:cNvSpPr txBox="1"/>
          <p:nvPr/>
        </p:nvSpPr>
        <p:spPr>
          <a:xfrm>
            <a:off x="7199451" y="3237118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D85A13-6574-780F-88F2-94C6E4D28D0B}"/>
              </a:ext>
            </a:extLst>
          </p:cNvPr>
          <p:cNvSpPr txBox="1"/>
          <p:nvPr/>
        </p:nvSpPr>
        <p:spPr>
          <a:xfrm>
            <a:off x="5682169" y="2765337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</p:spTree>
    <p:extLst>
      <p:ext uri="{BB962C8B-B14F-4D97-AF65-F5344CB8AC3E}">
        <p14:creationId xmlns:p14="http://schemas.microsoft.com/office/powerpoint/2010/main" val="1255679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255EB-8777-A878-3065-8E91D980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DB01-0FFA-DFDF-37A8-A7983A22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Source-Path-Receiver Framework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5BAF0F74-0E85-24FB-7FF6-FC96F73BC894}"/>
              </a:ext>
            </a:extLst>
          </p:cNvPr>
          <p:cNvSpPr/>
          <p:nvPr/>
        </p:nvSpPr>
        <p:spPr>
          <a:xfrm>
            <a:off x="9047015" y="3355110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8BACCAE8-194E-2AA5-20AF-F3F1790558AA}"/>
              </a:ext>
            </a:extLst>
          </p:cNvPr>
          <p:cNvGrpSpPr/>
          <p:nvPr/>
        </p:nvGrpSpPr>
        <p:grpSpPr>
          <a:xfrm rot="16200000">
            <a:off x="2599578" y="2797481"/>
            <a:ext cx="860686" cy="1181316"/>
            <a:chOff x="3701202" y="5125633"/>
            <a:chExt cx="860686" cy="118131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2EB670C-C886-0691-AEAD-22CC7A7BB767}"/>
                </a:ext>
              </a:extLst>
            </p:cNvPr>
            <p:cNvSpPr/>
            <p:nvPr/>
          </p:nvSpPr>
          <p:spPr>
            <a:xfrm>
              <a:off x="3701202" y="5125633"/>
              <a:ext cx="860678" cy="1171638"/>
            </a:xfrm>
            <a:custGeom>
              <a:avLst/>
              <a:gdLst>
                <a:gd name="connsiteX0" fmla="*/ 580458 w 860678"/>
                <a:gd name="connsiteY0" fmla="*/ 6547 h 1171638"/>
                <a:gd name="connsiteX1" fmla="*/ 375371 w 860678"/>
                <a:gd name="connsiteY1" fmla="*/ 137931 h 1171638"/>
                <a:gd name="connsiteX2" fmla="*/ 319343 w 860678"/>
                <a:gd name="connsiteY2" fmla="*/ 120812 h 1171638"/>
                <a:gd name="connsiteX3" fmla="*/ 278787 w 860678"/>
                <a:gd name="connsiteY3" fmla="*/ 9479 h 1171638"/>
                <a:gd name="connsiteX4" fmla="*/ 338589 w 860678"/>
                <a:gd name="connsiteY4" fmla="*/ 216964 h 1171638"/>
                <a:gd name="connsiteX5" fmla="*/ 345253 w 860678"/>
                <a:gd name="connsiteY5" fmla="*/ 384503 h 1171638"/>
                <a:gd name="connsiteX6" fmla="*/ 244732 w 860678"/>
                <a:gd name="connsiteY6" fmla="*/ 303849 h 1171638"/>
                <a:gd name="connsiteX7" fmla="*/ 225980 w 860678"/>
                <a:gd name="connsiteY7" fmla="*/ 133085 h 1171638"/>
                <a:gd name="connsiteX8" fmla="*/ 179991 w 860678"/>
                <a:gd name="connsiteY8" fmla="*/ 264712 h 1171638"/>
                <a:gd name="connsiteX9" fmla="*/ 206469 w 860678"/>
                <a:gd name="connsiteY9" fmla="*/ 426713 h 1171638"/>
                <a:gd name="connsiteX10" fmla="*/ 263388 w 860678"/>
                <a:gd name="connsiteY10" fmla="*/ 568957 h 1171638"/>
                <a:gd name="connsiteX11" fmla="*/ 121137 w 860678"/>
                <a:gd name="connsiteY11" fmla="*/ 508612 h 1171638"/>
                <a:gd name="connsiteX12" fmla="*/ 43401 w 860678"/>
                <a:gd name="connsiteY12" fmla="*/ 253023 h 1171638"/>
                <a:gd name="connsiteX13" fmla="*/ 53355 w 860678"/>
                <a:gd name="connsiteY13" fmla="*/ 537551 h 1171638"/>
                <a:gd name="connsiteX14" fmla="*/ 186656 w 860678"/>
                <a:gd name="connsiteY14" fmla="*/ 774594 h 1171638"/>
                <a:gd name="connsiteX15" fmla="*/ 69409 w 860678"/>
                <a:gd name="connsiteY15" fmla="*/ 777041 h 1171638"/>
                <a:gd name="connsiteX16" fmla="*/ -395 w 860678"/>
                <a:gd name="connsiteY16" fmla="*/ 606610 h 1171638"/>
                <a:gd name="connsiteX17" fmla="*/ 34953 w 860678"/>
                <a:gd name="connsiteY17" fmla="*/ 831042 h 1171638"/>
                <a:gd name="connsiteX18" fmla="*/ 139415 w 860678"/>
                <a:gd name="connsiteY18" fmla="*/ 920583 h 1171638"/>
                <a:gd name="connsiteX19" fmla="*/ 192053 w 860678"/>
                <a:gd name="connsiteY19" fmla="*/ 967776 h 1171638"/>
                <a:gd name="connsiteX20" fmla="*/ 50699 w 860678"/>
                <a:gd name="connsiteY20" fmla="*/ 917524 h 1171638"/>
                <a:gd name="connsiteX21" fmla="*/ 206613 w 860678"/>
                <a:gd name="connsiteY21" fmla="*/ 1113755 h 1171638"/>
                <a:gd name="connsiteX22" fmla="*/ 356601 w 860678"/>
                <a:gd name="connsiteY22" fmla="*/ 1170029 h 1171638"/>
                <a:gd name="connsiteX23" fmla="*/ 231576 w 860678"/>
                <a:gd name="connsiteY23" fmla="*/ 985525 h 1171638"/>
                <a:gd name="connsiteX24" fmla="*/ 237597 w 860678"/>
                <a:gd name="connsiteY24" fmla="*/ 757595 h 1171638"/>
                <a:gd name="connsiteX25" fmla="*/ 285349 w 860678"/>
                <a:gd name="connsiteY25" fmla="*/ 945373 h 1171638"/>
                <a:gd name="connsiteX26" fmla="*/ 338764 w 860678"/>
                <a:gd name="connsiteY26" fmla="*/ 956454 h 1171638"/>
                <a:gd name="connsiteX27" fmla="*/ 377201 w 860678"/>
                <a:gd name="connsiteY27" fmla="*/ 1023128 h 1171638"/>
                <a:gd name="connsiteX28" fmla="*/ 348067 w 860678"/>
                <a:gd name="connsiteY28" fmla="*/ 900636 h 1171638"/>
                <a:gd name="connsiteX29" fmla="*/ 294261 w 860678"/>
                <a:gd name="connsiteY29" fmla="*/ 718020 h 1171638"/>
                <a:gd name="connsiteX30" fmla="*/ 354574 w 860678"/>
                <a:gd name="connsiteY30" fmla="*/ 470345 h 1171638"/>
                <a:gd name="connsiteX31" fmla="*/ 334411 w 860678"/>
                <a:gd name="connsiteY31" fmla="*/ 700693 h 1171638"/>
                <a:gd name="connsiteX32" fmla="*/ 425973 w 860678"/>
                <a:gd name="connsiteY32" fmla="*/ 796401 h 1171638"/>
                <a:gd name="connsiteX33" fmla="*/ 411439 w 860678"/>
                <a:gd name="connsiteY33" fmla="*/ 606355 h 1171638"/>
                <a:gd name="connsiteX34" fmla="*/ 446791 w 860678"/>
                <a:gd name="connsiteY34" fmla="*/ 329582 h 1171638"/>
                <a:gd name="connsiteX35" fmla="*/ 492249 w 860678"/>
                <a:gd name="connsiteY35" fmla="*/ 549418 h 1171638"/>
                <a:gd name="connsiteX36" fmla="*/ 480734 w 860678"/>
                <a:gd name="connsiteY36" fmla="*/ 762239 h 1171638"/>
                <a:gd name="connsiteX37" fmla="*/ 589729 w 860678"/>
                <a:gd name="connsiteY37" fmla="*/ 636981 h 1171638"/>
                <a:gd name="connsiteX38" fmla="*/ 524170 w 860678"/>
                <a:gd name="connsiteY38" fmla="*/ 893769 h 1171638"/>
                <a:gd name="connsiteX39" fmla="*/ 692968 w 860678"/>
                <a:gd name="connsiteY39" fmla="*/ 685165 h 1171638"/>
                <a:gd name="connsiteX40" fmla="*/ 604716 w 860678"/>
                <a:gd name="connsiteY40" fmla="*/ 1032945 h 1171638"/>
                <a:gd name="connsiteX41" fmla="*/ 438729 w 860678"/>
                <a:gd name="connsiteY41" fmla="*/ 1172071 h 1171638"/>
                <a:gd name="connsiteX42" fmla="*/ 700574 w 860678"/>
                <a:gd name="connsiteY42" fmla="*/ 1010611 h 1171638"/>
                <a:gd name="connsiteX43" fmla="*/ 788626 w 860678"/>
                <a:gd name="connsiteY43" fmla="*/ 928481 h 1171638"/>
                <a:gd name="connsiteX44" fmla="*/ 851835 w 860678"/>
                <a:gd name="connsiteY44" fmla="*/ 729555 h 1171638"/>
                <a:gd name="connsiteX45" fmla="*/ 707949 w 860678"/>
                <a:gd name="connsiteY45" fmla="*/ 894348 h 1171638"/>
                <a:gd name="connsiteX46" fmla="*/ 789258 w 860678"/>
                <a:gd name="connsiteY46" fmla="*/ 748149 h 1171638"/>
                <a:gd name="connsiteX47" fmla="*/ 852503 w 860678"/>
                <a:gd name="connsiteY47" fmla="*/ 424271 h 1171638"/>
                <a:gd name="connsiteX48" fmla="*/ 733540 w 860678"/>
                <a:gd name="connsiteY48" fmla="*/ 649503 h 1171638"/>
                <a:gd name="connsiteX49" fmla="*/ 741586 w 860678"/>
                <a:gd name="connsiteY49" fmla="*/ 511386 h 1171638"/>
                <a:gd name="connsiteX50" fmla="*/ 777841 w 860678"/>
                <a:gd name="connsiteY50" fmla="*/ 307379 h 1171638"/>
                <a:gd name="connsiteX51" fmla="*/ 697087 w 860678"/>
                <a:gd name="connsiteY51" fmla="*/ 480399 h 1171638"/>
                <a:gd name="connsiteX52" fmla="*/ 634918 w 860678"/>
                <a:gd name="connsiteY52" fmla="*/ 515541 h 1171638"/>
                <a:gd name="connsiteX53" fmla="*/ 666696 w 860678"/>
                <a:gd name="connsiteY53" fmla="*/ 317513 h 1171638"/>
                <a:gd name="connsiteX54" fmla="*/ 705177 w 860678"/>
                <a:gd name="connsiteY54" fmla="*/ 68019 h 1171638"/>
                <a:gd name="connsiteX55" fmla="*/ 613702 w 860678"/>
                <a:gd name="connsiteY55" fmla="*/ 236212 h 1171638"/>
                <a:gd name="connsiteX56" fmla="*/ 550517 w 860678"/>
                <a:gd name="connsiteY56" fmla="*/ 125165 h 1171638"/>
                <a:gd name="connsiteX57" fmla="*/ 597530 w 860678"/>
                <a:gd name="connsiteY57" fmla="*/ 325475 h 1171638"/>
                <a:gd name="connsiteX58" fmla="*/ 504889 w 860678"/>
                <a:gd name="connsiteY58" fmla="*/ 382816 h 1171638"/>
                <a:gd name="connsiteX59" fmla="*/ 527534 w 860678"/>
                <a:gd name="connsiteY59" fmla="*/ 267724 h 1171638"/>
                <a:gd name="connsiteX60" fmla="*/ 432944 w 860678"/>
                <a:gd name="connsiteY60" fmla="*/ 172455 h 1171638"/>
                <a:gd name="connsiteX61" fmla="*/ 580460 w 860678"/>
                <a:gd name="connsiteY61" fmla="*/ 6545 h 11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60678" h="1171638">
                  <a:moveTo>
                    <a:pt x="580458" y="6547"/>
                  </a:moveTo>
                  <a:cubicBezTo>
                    <a:pt x="453811" y="-21910"/>
                    <a:pt x="394455" y="53554"/>
                    <a:pt x="375371" y="137931"/>
                  </a:cubicBezTo>
                  <a:cubicBezTo>
                    <a:pt x="363784" y="189136"/>
                    <a:pt x="309353" y="159846"/>
                    <a:pt x="319343" y="120812"/>
                  </a:cubicBezTo>
                  <a:cubicBezTo>
                    <a:pt x="328085" y="86653"/>
                    <a:pt x="323684" y="27230"/>
                    <a:pt x="278787" y="9479"/>
                  </a:cubicBezTo>
                  <a:cubicBezTo>
                    <a:pt x="330709" y="89329"/>
                    <a:pt x="249601" y="152786"/>
                    <a:pt x="338589" y="216964"/>
                  </a:cubicBezTo>
                  <a:cubicBezTo>
                    <a:pt x="406106" y="265662"/>
                    <a:pt x="389161" y="357617"/>
                    <a:pt x="345253" y="384503"/>
                  </a:cubicBezTo>
                  <a:cubicBezTo>
                    <a:pt x="304260" y="409604"/>
                    <a:pt x="267082" y="351016"/>
                    <a:pt x="244732" y="303849"/>
                  </a:cubicBezTo>
                  <a:cubicBezTo>
                    <a:pt x="217349" y="246060"/>
                    <a:pt x="192695" y="222900"/>
                    <a:pt x="225980" y="133085"/>
                  </a:cubicBezTo>
                  <a:cubicBezTo>
                    <a:pt x="180125" y="176406"/>
                    <a:pt x="165641" y="214214"/>
                    <a:pt x="179991" y="264712"/>
                  </a:cubicBezTo>
                  <a:cubicBezTo>
                    <a:pt x="191879" y="306551"/>
                    <a:pt x="233139" y="357099"/>
                    <a:pt x="206469" y="426713"/>
                  </a:cubicBezTo>
                  <a:cubicBezTo>
                    <a:pt x="180219" y="495234"/>
                    <a:pt x="282602" y="503290"/>
                    <a:pt x="263388" y="568957"/>
                  </a:cubicBezTo>
                  <a:cubicBezTo>
                    <a:pt x="240833" y="646050"/>
                    <a:pt x="148316" y="588740"/>
                    <a:pt x="121137" y="508612"/>
                  </a:cubicBezTo>
                  <a:cubicBezTo>
                    <a:pt x="103845" y="457636"/>
                    <a:pt x="191224" y="310230"/>
                    <a:pt x="43401" y="253023"/>
                  </a:cubicBezTo>
                  <a:cubicBezTo>
                    <a:pt x="181627" y="337328"/>
                    <a:pt x="45902" y="452542"/>
                    <a:pt x="53355" y="537551"/>
                  </a:cubicBezTo>
                  <a:cubicBezTo>
                    <a:pt x="66213" y="684205"/>
                    <a:pt x="210140" y="724453"/>
                    <a:pt x="186656" y="774594"/>
                  </a:cubicBezTo>
                  <a:cubicBezTo>
                    <a:pt x="174609" y="800308"/>
                    <a:pt x="128599" y="846750"/>
                    <a:pt x="69409" y="777041"/>
                  </a:cubicBezTo>
                  <a:cubicBezTo>
                    <a:pt x="47539" y="751284"/>
                    <a:pt x="63491" y="655471"/>
                    <a:pt x="-395" y="606610"/>
                  </a:cubicBezTo>
                  <a:cubicBezTo>
                    <a:pt x="51906" y="683984"/>
                    <a:pt x="12323" y="773233"/>
                    <a:pt x="34953" y="831042"/>
                  </a:cubicBezTo>
                  <a:cubicBezTo>
                    <a:pt x="56964" y="887270"/>
                    <a:pt x="68829" y="897922"/>
                    <a:pt x="139415" y="920583"/>
                  </a:cubicBezTo>
                  <a:cubicBezTo>
                    <a:pt x="162288" y="927927"/>
                    <a:pt x="189647" y="934061"/>
                    <a:pt x="192053" y="967776"/>
                  </a:cubicBezTo>
                  <a:cubicBezTo>
                    <a:pt x="196563" y="1030969"/>
                    <a:pt x="54832" y="1016893"/>
                    <a:pt x="50699" y="917524"/>
                  </a:cubicBezTo>
                  <a:cubicBezTo>
                    <a:pt x="26171" y="1068793"/>
                    <a:pt x="154378" y="1023896"/>
                    <a:pt x="206613" y="1113755"/>
                  </a:cubicBezTo>
                  <a:cubicBezTo>
                    <a:pt x="224354" y="1144276"/>
                    <a:pt x="289599" y="1162301"/>
                    <a:pt x="356601" y="1170029"/>
                  </a:cubicBezTo>
                  <a:cubicBezTo>
                    <a:pt x="266974" y="1125954"/>
                    <a:pt x="238245" y="1069470"/>
                    <a:pt x="231576" y="985525"/>
                  </a:cubicBezTo>
                  <a:cubicBezTo>
                    <a:pt x="226545" y="922188"/>
                    <a:pt x="276750" y="891099"/>
                    <a:pt x="237597" y="757595"/>
                  </a:cubicBezTo>
                  <a:cubicBezTo>
                    <a:pt x="293286" y="848311"/>
                    <a:pt x="266699" y="891685"/>
                    <a:pt x="285349" y="945373"/>
                  </a:cubicBezTo>
                  <a:cubicBezTo>
                    <a:pt x="314606" y="1029596"/>
                    <a:pt x="338764" y="956454"/>
                    <a:pt x="338764" y="956454"/>
                  </a:cubicBezTo>
                  <a:cubicBezTo>
                    <a:pt x="338764" y="956454"/>
                    <a:pt x="347122" y="1042034"/>
                    <a:pt x="377201" y="1023128"/>
                  </a:cubicBezTo>
                  <a:cubicBezTo>
                    <a:pt x="420497" y="995914"/>
                    <a:pt x="356007" y="928037"/>
                    <a:pt x="348067" y="900636"/>
                  </a:cubicBezTo>
                  <a:cubicBezTo>
                    <a:pt x="331914" y="844893"/>
                    <a:pt x="318749" y="822402"/>
                    <a:pt x="294261" y="718020"/>
                  </a:cubicBezTo>
                  <a:cubicBezTo>
                    <a:pt x="273770" y="630679"/>
                    <a:pt x="377808" y="530778"/>
                    <a:pt x="354574" y="470345"/>
                  </a:cubicBezTo>
                  <a:cubicBezTo>
                    <a:pt x="413284" y="524870"/>
                    <a:pt x="319286" y="624160"/>
                    <a:pt x="334411" y="700693"/>
                  </a:cubicBezTo>
                  <a:cubicBezTo>
                    <a:pt x="350939" y="784330"/>
                    <a:pt x="384927" y="837611"/>
                    <a:pt x="425973" y="796401"/>
                  </a:cubicBezTo>
                  <a:cubicBezTo>
                    <a:pt x="453760" y="768504"/>
                    <a:pt x="367100" y="700085"/>
                    <a:pt x="411439" y="606355"/>
                  </a:cubicBezTo>
                  <a:cubicBezTo>
                    <a:pt x="456628" y="510831"/>
                    <a:pt x="413805" y="370492"/>
                    <a:pt x="446791" y="329582"/>
                  </a:cubicBezTo>
                  <a:cubicBezTo>
                    <a:pt x="427951" y="434935"/>
                    <a:pt x="460233" y="481814"/>
                    <a:pt x="492249" y="549418"/>
                  </a:cubicBezTo>
                  <a:cubicBezTo>
                    <a:pt x="521669" y="611536"/>
                    <a:pt x="442374" y="731268"/>
                    <a:pt x="480734" y="762239"/>
                  </a:cubicBezTo>
                  <a:cubicBezTo>
                    <a:pt x="519094" y="793214"/>
                    <a:pt x="575372" y="724379"/>
                    <a:pt x="589729" y="636981"/>
                  </a:cubicBezTo>
                  <a:cubicBezTo>
                    <a:pt x="591916" y="754305"/>
                    <a:pt x="483112" y="861773"/>
                    <a:pt x="524170" y="893769"/>
                  </a:cubicBezTo>
                  <a:cubicBezTo>
                    <a:pt x="604180" y="956094"/>
                    <a:pt x="600871" y="749279"/>
                    <a:pt x="692968" y="685165"/>
                  </a:cubicBezTo>
                  <a:cubicBezTo>
                    <a:pt x="599084" y="805457"/>
                    <a:pt x="669675" y="907379"/>
                    <a:pt x="604716" y="1032945"/>
                  </a:cubicBezTo>
                  <a:cubicBezTo>
                    <a:pt x="570861" y="1098384"/>
                    <a:pt x="479873" y="1149152"/>
                    <a:pt x="438729" y="1172071"/>
                  </a:cubicBezTo>
                  <a:cubicBezTo>
                    <a:pt x="658426" y="1169738"/>
                    <a:pt x="640719" y="1150493"/>
                    <a:pt x="700574" y="1010611"/>
                  </a:cubicBezTo>
                  <a:cubicBezTo>
                    <a:pt x="715352" y="976083"/>
                    <a:pt x="758645" y="960153"/>
                    <a:pt x="788626" y="928481"/>
                  </a:cubicBezTo>
                  <a:cubicBezTo>
                    <a:pt x="831736" y="882941"/>
                    <a:pt x="805388" y="820719"/>
                    <a:pt x="851835" y="729555"/>
                  </a:cubicBezTo>
                  <a:cubicBezTo>
                    <a:pt x="774923" y="802705"/>
                    <a:pt x="766001" y="938639"/>
                    <a:pt x="707949" y="894348"/>
                  </a:cubicBezTo>
                  <a:cubicBezTo>
                    <a:pt x="690186" y="880800"/>
                    <a:pt x="748966" y="829317"/>
                    <a:pt x="789258" y="748149"/>
                  </a:cubicBezTo>
                  <a:cubicBezTo>
                    <a:pt x="840504" y="644915"/>
                    <a:pt x="876941" y="502413"/>
                    <a:pt x="852503" y="424271"/>
                  </a:cubicBezTo>
                  <a:cubicBezTo>
                    <a:pt x="852835" y="554886"/>
                    <a:pt x="759372" y="666610"/>
                    <a:pt x="733540" y="649503"/>
                  </a:cubicBezTo>
                  <a:cubicBezTo>
                    <a:pt x="691841" y="621906"/>
                    <a:pt x="733761" y="574899"/>
                    <a:pt x="741586" y="511386"/>
                  </a:cubicBezTo>
                  <a:cubicBezTo>
                    <a:pt x="747470" y="463630"/>
                    <a:pt x="849977" y="378769"/>
                    <a:pt x="777841" y="307379"/>
                  </a:cubicBezTo>
                  <a:cubicBezTo>
                    <a:pt x="812663" y="391192"/>
                    <a:pt x="718124" y="410518"/>
                    <a:pt x="697087" y="480399"/>
                  </a:cubicBezTo>
                  <a:cubicBezTo>
                    <a:pt x="689458" y="505743"/>
                    <a:pt x="670115" y="550061"/>
                    <a:pt x="634918" y="515541"/>
                  </a:cubicBezTo>
                  <a:cubicBezTo>
                    <a:pt x="607842" y="488983"/>
                    <a:pt x="671906" y="467325"/>
                    <a:pt x="666696" y="317513"/>
                  </a:cubicBezTo>
                  <a:cubicBezTo>
                    <a:pt x="664412" y="251816"/>
                    <a:pt x="787860" y="201664"/>
                    <a:pt x="705177" y="68019"/>
                  </a:cubicBezTo>
                  <a:cubicBezTo>
                    <a:pt x="735669" y="151025"/>
                    <a:pt x="658024" y="244717"/>
                    <a:pt x="613702" y="236212"/>
                  </a:cubicBezTo>
                  <a:cubicBezTo>
                    <a:pt x="566537" y="227162"/>
                    <a:pt x="561546" y="158973"/>
                    <a:pt x="550517" y="125165"/>
                  </a:cubicBezTo>
                  <a:cubicBezTo>
                    <a:pt x="555219" y="189083"/>
                    <a:pt x="544120" y="228482"/>
                    <a:pt x="597530" y="325475"/>
                  </a:cubicBezTo>
                  <a:cubicBezTo>
                    <a:pt x="619641" y="365631"/>
                    <a:pt x="533112" y="435989"/>
                    <a:pt x="504889" y="382816"/>
                  </a:cubicBezTo>
                  <a:cubicBezTo>
                    <a:pt x="477833" y="331846"/>
                    <a:pt x="542870" y="313352"/>
                    <a:pt x="527534" y="267724"/>
                  </a:cubicBezTo>
                  <a:cubicBezTo>
                    <a:pt x="507658" y="208588"/>
                    <a:pt x="443946" y="259133"/>
                    <a:pt x="432944" y="172455"/>
                  </a:cubicBezTo>
                  <a:cubicBezTo>
                    <a:pt x="421427" y="81709"/>
                    <a:pt x="449724" y="13814"/>
                    <a:pt x="580460" y="6545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C20AA24-BFC3-BF5A-AA70-6F8955D81A53}"/>
                </a:ext>
              </a:extLst>
            </p:cNvPr>
            <p:cNvSpPr/>
            <p:nvPr/>
          </p:nvSpPr>
          <p:spPr>
            <a:xfrm>
              <a:off x="3720878" y="5133350"/>
              <a:ext cx="841010" cy="1151932"/>
            </a:xfrm>
            <a:custGeom>
              <a:avLst/>
              <a:gdLst>
                <a:gd name="connsiteX0" fmla="*/ 567178 w 841010"/>
                <a:gd name="connsiteY0" fmla="*/ 6444 h 1151932"/>
                <a:gd name="connsiteX1" fmla="*/ 366767 w 841010"/>
                <a:gd name="connsiteY1" fmla="*/ 135618 h 1151932"/>
                <a:gd name="connsiteX2" fmla="*/ 312022 w 841010"/>
                <a:gd name="connsiteY2" fmla="*/ 118787 h 1151932"/>
                <a:gd name="connsiteX3" fmla="*/ 272396 w 841010"/>
                <a:gd name="connsiteY3" fmla="*/ 9326 h 1151932"/>
                <a:gd name="connsiteX4" fmla="*/ 330828 w 841010"/>
                <a:gd name="connsiteY4" fmla="*/ 213334 h 1151932"/>
                <a:gd name="connsiteX5" fmla="*/ 337340 w 841010"/>
                <a:gd name="connsiteY5" fmla="*/ 378057 h 1151932"/>
                <a:gd name="connsiteX6" fmla="*/ 239119 w 841010"/>
                <a:gd name="connsiteY6" fmla="*/ 298760 h 1151932"/>
                <a:gd name="connsiteX7" fmla="*/ 220796 w 841010"/>
                <a:gd name="connsiteY7" fmla="*/ 130868 h 1151932"/>
                <a:gd name="connsiteX8" fmla="*/ 175858 w 841010"/>
                <a:gd name="connsiteY8" fmla="*/ 260281 h 1151932"/>
                <a:gd name="connsiteX9" fmla="*/ 201731 w 841010"/>
                <a:gd name="connsiteY9" fmla="*/ 419558 h 1151932"/>
                <a:gd name="connsiteX10" fmla="*/ 257349 w 841010"/>
                <a:gd name="connsiteY10" fmla="*/ 559410 h 1151932"/>
                <a:gd name="connsiteX11" fmla="*/ 118353 w 841010"/>
                <a:gd name="connsiteY11" fmla="*/ 500080 h 1151932"/>
                <a:gd name="connsiteX12" fmla="*/ 42398 w 841010"/>
                <a:gd name="connsiteY12" fmla="*/ 248788 h 1151932"/>
                <a:gd name="connsiteX13" fmla="*/ 52124 w 841010"/>
                <a:gd name="connsiteY13" fmla="*/ 528519 h 1151932"/>
                <a:gd name="connsiteX14" fmla="*/ 182373 w 841010"/>
                <a:gd name="connsiteY14" fmla="*/ 761565 h 1151932"/>
                <a:gd name="connsiteX15" fmla="*/ 67810 w 841010"/>
                <a:gd name="connsiteY15" fmla="*/ 763970 h 1151932"/>
                <a:gd name="connsiteX16" fmla="*/ -395 w 841010"/>
                <a:gd name="connsiteY16" fmla="*/ 596406 h 1151932"/>
                <a:gd name="connsiteX17" fmla="*/ 34143 w 841010"/>
                <a:gd name="connsiteY17" fmla="*/ 817061 h 1151932"/>
                <a:gd name="connsiteX18" fmla="*/ 136213 w 841010"/>
                <a:gd name="connsiteY18" fmla="*/ 905095 h 1151932"/>
                <a:gd name="connsiteX19" fmla="*/ 187647 w 841010"/>
                <a:gd name="connsiteY19" fmla="*/ 951494 h 1151932"/>
                <a:gd name="connsiteX20" fmla="*/ 49528 w 841010"/>
                <a:gd name="connsiteY20" fmla="*/ 902087 h 1151932"/>
                <a:gd name="connsiteX21" fmla="*/ 201872 w 841010"/>
                <a:gd name="connsiteY21" fmla="*/ 1095019 h 1151932"/>
                <a:gd name="connsiteX22" fmla="*/ 348427 w 841010"/>
                <a:gd name="connsiteY22" fmla="*/ 1150348 h 1151932"/>
                <a:gd name="connsiteX23" fmla="*/ 226264 w 841010"/>
                <a:gd name="connsiteY23" fmla="*/ 968945 h 1151932"/>
                <a:gd name="connsiteX24" fmla="*/ 232147 w 841010"/>
                <a:gd name="connsiteY24" fmla="*/ 744853 h 1151932"/>
                <a:gd name="connsiteX25" fmla="*/ 278806 w 841010"/>
                <a:gd name="connsiteY25" fmla="*/ 929473 h 1151932"/>
                <a:gd name="connsiteX26" fmla="*/ 330997 w 841010"/>
                <a:gd name="connsiteY26" fmla="*/ 940367 h 1151932"/>
                <a:gd name="connsiteX27" fmla="*/ 368553 w 841010"/>
                <a:gd name="connsiteY27" fmla="*/ 1005921 h 1151932"/>
                <a:gd name="connsiteX28" fmla="*/ 340085 w 841010"/>
                <a:gd name="connsiteY28" fmla="*/ 885486 h 1151932"/>
                <a:gd name="connsiteX29" fmla="*/ 287510 w 841010"/>
                <a:gd name="connsiteY29" fmla="*/ 705943 h 1151932"/>
                <a:gd name="connsiteX30" fmla="*/ 346442 w 841010"/>
                <a:gd name="connsiteY30" fmla="*/ 462424 h 1151932"/>
                <a:gd name="connsiteX31" fmla="*/ 326740 w 841010"/>
                <a:gd name="connsiteY31" fmla="*/ 688895 h 1151932"/>
                <a:gd name="connsiteX32" fmla="*/ 416205 w 841010"/>
                <a:gd name="connsiteY32" fmla="*/ 782995 h 1151932"/>
                <a:gd name="connsiteX33" fmla="*/ 402004 w 841010"/>
                <a:gd name="connsiteY33" fmla="*/ 596145 h 1151932"/>
                <a:gd name="connsiteX34" fmla="*/ 436547 w 841010"/>
                <a:gd name="connsiteY34" fmla="*/ 324008 h 1151932"/>
                <a:gd name="connsiteX35" fmla="*/ 480963 w 841010"/>
                <a:gd name="connsiteY35" fmla="*/ 540146 h 1151932"/>
                <a:gd name="connsiteX36" fmla="*/ 469712 w 841010"/>
                <a:gd name="connsiteY36" fmla="*/ 749390 h 1151932"/>
                <a:gd name="connsiteX37" fmla="*/ 576213 w 841010"/>
                <a:gd name="connsiteY37" fmla="*/ 626238 h 1151932"/>
                <a:gd name="connsiteX38" fmla="*/ 512154 w 841010"/>
                <a:gd name="connsiteY38" fmla="*/ 878710 h 1151932"/>
                <a:gd name="connsiteX39" fmla="*/ 677087 w 841010"/>
                <a:gd name="connsiteY39" fmla="*/ 673623 h 1151932"/>
                <a:gd name="connsiteX40" fmla="*/ 590872 w 841010"/>
                <a:gd name="connsiteY40" fmla="*/ 1015567 h 1151932"/>
                <a:gd name="connsiteX41" fmla="*/ 428693 w 841010"/>
                <a:gd name="connsiteY41" fmla="*/ 1152365 h 1151932"/>
                <a:gd name="connsiteX42" fmla="*/ 684562 w 841010"/>
                <a:gd name="connsiteY42" fmla="*/ 993622 h 1151932"/>
                <a:gd name="connsiteX43" fmla="*/ 770598 w 841010"/>
                <a:gd name="connsiteY43" fmla="*/ 912872 h 1151932"/>
                <a:gd name="connsiteX44" fmla="*/ 832360 w 841010"/>
                <a:gd name="connsiteY44" fmla="*/ 717292 h 1151932"/>
                <a:gd name="connsiteX45" fmla="*/ 691766 w 841010"/>
                <a:gd name="connsiteY45" fmla="*/ 879315 h 1151932"/>
                <a:gd name="connsiteX46" fmla="*/ 771215 w 841010"/>
                <a:gd name="connsiteY46" fmla="*/ 735574 h 1151932"/>
                <a:gd name="connsiteX47" fmla="*/ 833013 w 841010"/>
                <a:gd name="connsiteY47" fmla="*/ 417152 h 1151932"/>
                <a:gd name="connsiteX48" fmla="*/ 716772 w 841010"/>
                <a:gd name="connsiteY48" fmla="*/ 638607 h 1151932"/>
                <a:gd name="connsiteX49" fmla="*/ 724634 w 841010"/>
                <a:gd name="connsiteY49" fmla="*/ 502812 h 1151932"/>
                <a:gd name="connsiteX50" fmla="*/ 760060 w 841010"/>
                <a:gd name="connsiteY50" fmla="*/ 302242 h 1151932"/>
                <a:gd name="connsiteX51" fmla="*/ 681155 w 841010"/>
                <a:gd name="connsiteY51" fmla="*/ 472353 h 1151932"/>
                <a:gd name="connsiteX52" fmla="*/ 620408 w 841010"/>
                <a:gd name="connsiteY52" fmla="*/ 506903 h 1151932"/>
                <a:gd name="connsiteX53" fmla="*/ 651459 w 841010"/>
                <a:gd name="connsiteY53" fmla="*/ 312205 h 1151932"/>
                <a:gd name="connsiteX54" fmla="*/ 689059 w 841010"/>
                <a:gd name="connsiteY54" fmla="*/ 66908 h 1151932"/>
                <a:gd name="connsiteX55" fmla="*/ 599678 w 841010"/>
                <a:gd name="connsiteY55" fmla="*/ 232272 h 1151932"/>
                <a:gd name="connsiteX56" fmla="*/ 537940 w 841010"/>
                <a:gd name="connsiteY56" fmla="*/ 123094 h 1151932"/>
                <a:gd name="connsiteX57" fmla="*/ 583875 w 841010"/>
                <a:gd name="connsiteY57" fmla="*/ 320035 h 1151932"/>
                <a:gd name="connsiteX58" fmla="*/ 493355 w 841010"/>
                <a:gd name="connsiteY58" fmla="*/ 376411 h 1151932"/>
                <a:gd name="connsiteX59" fmla="*/ 515482 w 841010"/>
                <a:gd name="connsiteY59" fmla="*/ 263253 h 1151932"/>
                <a:gd name="connsiteX60" fmla="*/ 423059 w 841010"/>
                <a:gd name="connsiteY60" fmla="*/ 169587 h 1151932"/>
                <a:gd name="connsiteX61" fmla="*/ 567198 w 841010"/>
                <a:gd name="connsiteY61" fmla="*/ 6467 h 115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41010" h="1151932">
                  <a:moveTo>
                    <a:pt x="567178" y="6444"/>
                  </a:moveTo>
                  <a:cubicBezTo>
                    <a:pt x="443430" y="-21535"/>
                    <a:pt x="385431" y="52662"/>
                    <a:pt x="366767" y="135618"/>
                  </a:cubicBezTo>
                  <a:cubicBezTo>
                    <a:pt x="355446" y="185962"/>
                    <a:pt x="302259" y="157166"/>
                    <a:pt x="312022" y="118787"/>
                  </a:cubicBezTo>
                  <a:cubicBezTo>
                    <a:pt x="320564" y="85202"/>
                    <a:pt x="316263" y="26777"/>
                    <a:pt x="272396" y="9326"/>
                  </a:cubicBezTo>
                  <a:cubicBezTo>
                    <a:pt x="323128" y="87834"/>
                    <a:pt x="243879" y="150223"/>
                    <a:pt x="330828" y="213334"/>
                  </a:cubicBezTo>
                  <a:cubicBezTo>
                    <a:pt x="396801" y="261214"/>
                    <a:pt x="380243" y="351621"/>
                    <a:pt x="337340" y="378057"/>
                  </a:cubicBezTo>
                  <a:cubicBezTo>
                    <a:pt x="297286" y="402737"/>
                    <a:pt x="260957" y="345132"/>
                    <a:pt x="239119" y="298760"/>
                  </a:cubicBezTo>
                  <a:cubicBezTo>
                    <a:pt x="212363" y="241943"/>
                    <a:pt x="188273" y="219172"/>
                    <a:pt x="220796" y="130868"/>
                  </a:cubicBezTo>
                  <a:cubicBezTo>
                    <a:pt x="175990" y="173462"/>
                    <a:pt x="161838" y="210632"/>
                    <a:pt x="175858" y="260281"/>
                  </a:cubicBezTo>
                  <a:cubicBezTo>
                    <a:pt x="187474" y="301416"/>
                    <a:pt x="227789" y="351115"/>
                    <a:pt x="201731" y="419558"/>
                  </a:cubicBezTo>
                  <a:cubicBezTo>
                    <a:pt x="176080" y="486926"/>
                    <a:pt x="276119" y="494846"/>
                    <a:pt x="257349" y="559410"/>
                  </a:cubicBezTo>
                  <a:cubicBezTo>
                    <a:pt x="235312" y="635205"/>
                    <a:pt x="144911" y="578860"/>
                    <a:pt x="118353" y="500080"/>
                  </a:cubicBezTo>
                  <a:cubicBezTo>
                    <a:pt x="101458" y="449961"/>
                    <a:pt x="186836" y="305036"/>
                    <a:pt x="42398" y="248788"/>
                  </a:cubicBezTo>
                  <a:cubicBezTo>
                    <a:pt x="177461" y="331676"/>
                    <a:pt x="44842" y="444951"/>
                    <a:pt x="52124" y="528519"/>
                  </a:cubicBezTo>
                  <a:cubicBezTo>
                    <a:pt x="64688" y="672707"/>
                    <a:pt x="205322" y="712277"/>
                    <a:pt x="182373" y="761565"/>
                  </a:cubicBezTo>
                  <a:cubicBezTo>
                    <a:pt x="170602" y="786848"/>
                    <a:pt x="125645" y="832506"/>
                    <a:pt x="67810" y="763970"/>
                  </a:cubicBezTo>
                  <a:cubicBezTo>
                    <a:pt x="46440" y="738647"/>
                    <a:pt x="62028" y="644446"/>
                    <a:pt x="-395" y="596406"/>
                  </a:cubicBezTo>
                  <a:cubicBezTo>
                    <a:pt x="50709" y="672479"/>
                    <a:pt x="12032" y="760227"/>
                    <a:pt x="34143" y="817061"/>
                  </a:cubicBezTo>
                  <a:cubicBezTo>
                    <a:pt x="55649" y="872343"/>
                    <a:pt x="67245" y="882816"/>
                    <a:pt x="136213" y="905095"/>
                  </a:cubicBezTo>
                  <a:cubicBezTo>
                    <a:pt x="158562" y="912315"/>
                    <a:pt x="185297" y="918346"/>
                    <a:pt x="187647" y="951494"/>
                  </a:cubicBezTo>
                  <a:cubicBezTo>
                    <a:pt x="192053" y="1013626"/>
                    <a:pt x="53567" y="999786"/>
                    <a:pt x="49528" y="902087"/>
                  </a:cubicBezTo>
                  <a:cubicBezTo>
                    <a:pt x="25562" y="1050812"/>
                    <a:pt x="150832" y="1006669"/>
                    <a:pt x="201872" y="1095019"/>
                  </a:cubicBezTo>
                  <a:cubicBezTo>
                    <a:pt x="219208" y="1125027"/>
                    <a:pt x="282958" y="1142750"/>
                    <a:pt x="348427" y="1150348"/>
                  </a:cubicBezTo>
                  <a:cubicBezTo>
                    <a:pt x="260852" y="1107014"/>
                    <a:pt x="232779" y="1051480"/>
                    <a:pt x="226264" y="968945"/>
                  </a:cubicBezTo>
                  <a:cubicBezTo>
                    <a:pt x="221348" y="906674"/>
                    <a:pt x="270403" y="876109"/>
                    <a:pt x="232147" y="744853"/>
                  </a:cubicBezTo>
                  <a:cubicBezTo>
                    <a:pt x="286561" y="834044"/>
                    <a:pt x="260584" y="876686"/>
                    <a:pt x="278806" y="929473"/>
                  </a:cubicBezTo>
                  <a:cubicBezTo>
                    <a:pt x="307393" y="1012279"/>
                    <a:pt x="330997" y="940367"/>
                    <a:pt x="330997" y="940367"/>
                  </a:cubicBezTo>
                  <a:cubicBezTo>
                    <a:pt x="330997" y="940367"/>
                    <a:pt x="339164" y="1024509"/>
                    <a:pt x="368553" y="1005921"/>
                  </a:cubicBezTo>
                  <a:cubicBezTo>
                    <a:pt x="410858" y="979165"/>
                    <a:pt x="347845" y="912428"/>
                    <a:pt x="340085" y="885486"/>
                  </a:cubicBezTo>
                  <a:cubicBezTo>
                    <a:pt x="324302" y="830681"/>
                    <a:pt x="311438" y="808568"/>
                    <a:pt x="287510" y="705943"/>
                  </a:cubicBezTo>
                  <a:cubicBezTo>
                    <a:pt x="267489" y="620071"/>
                    <a:pt x="369145" y="521848"/>
                    <a:pt x="346442" y="462424"/>
                  </a:cubicBezTo>
                  <a:cubicBezTo>
                    <a:pt x="403809" y="516032"/>
                    <a:pt x="311962" y="613653"/>
                    <a:pt x="326740" y="688895"/>
                  </a:cubicBezTo>
                  <a:cubicBezTo>
                    <a:pt x="342890" y="771126"/>
                    <a:pt x="376099" y="823511"/>
                    <a:pt x="416205" y="782995"/>
                  </a:cubicBezTo>
                  <a:cubicBezTo>
                    <a:pt x="443357" y="755567"/>
                    <a:pt x="358680" y="688298"/>
                    <a:pt x="402004" y="596145"/>
                  </a:cubicBezTo>
                  <a:cubicBezTo>
                    <a:pt x="446159" y="502225"/>
                    <a:pt x="404315" y="364238"/>
                    <a:pt x="436547" y="324008"/>
                  </a:cubicBezTo>
                  <a:cubicBezTo>
                    <a:pt x="418138" y="427590"/>
                    <a:pt x="449681" y="473680"/>
                    <a:pt x="480963" y="540146"/>
                  </a:cubicBezTo>
                  <a:cubicBezTo>
                    <a:pt x="509710" y="601219"/>
                    <a:pt x="432232" y="718939"/>
                    <a:pt x="469712" y="749390"/>
                  </a:cubicBezTo>
                  <a:cubicBezTo>
                    <a:pt x="507192" y="779843"/>
                    <a:pt x="562183" y="712168"/>
                    <a:pt x="576213" y="626238"/>
                  </a:cubicBezTo>
                  <a:cubicBezTo>
                    <a:pt x="578349" y="741588"/>
                    <a:pt x="472038" y="847253"/>
                    <a:pt x="512154" y="878710"/>
                  </a:cubicBezTo>
                  <a:cubicBezTo>
                    <a:pt x="590334" y="939988"/>
                    <a:pt x="587101" y="736650"/>
                    <a:pt x="677087" y="673623"/>
                  </a:cubicBezTo>
                  <a:cubicBezTo>
                    <a:pt x="585376" y="791906"/>
                    <a:pt x="654344" y="892120"/>
                    <a:pt x="590872" y="1015567"/>
                  </a:cubicBezTo>
                  <a:cubicBezTo>
                    <a:pt x="557796" y="1079919"/>
                    <a:pt x="468903" y="1129822"/>
                    <a:pt x="428693" y="1152365"/>
                  </a:cubicBezTo>
                  <a:cubicBezTo>
                    <a:pt x="643353" y="1150072"/>
                    <a:pt x="626053" y="1131151"/>
                    <a:pt x="684562" y="993622"/>
                  </a:cubicBezTo>
                  <a:cubicBezTo>
                    <a:pt x="699001" y="959675"/>
                    <a:pt x="741304" y="944011"/>
                    <a:pt x="770598" y="912872"/>
                  </a:cubicBezTo>
                  <a:cubicBezTo>
                    <a:pt x="812720" y="868097"/>
                    <a:pt x="786976" y="806921"/>
                    <a:pt x="832360" y="717292"/>
                  </a:cubicBezTo>
                  <a:cubicBezTo>
                    <a:pt x="757208" y="789212"/>
                    <a:pt x="748490" y="922859"/>
                    <a:pt x="691766" y="879315"/>
                  </a:cubicBezTo>
                  <a:cubicBezTo>
                    <a:pt x="674411" y="865994"/>
                    <a:pt x="731847" y="815377"/>
                    <a:pt x="771215" y="735574"/>
                  </a:cubicBezTo>
                  <a:cubicBezTo>
                    <a:pt x="821288" y="634076"/>
                    <a:pt x="856891" y="493975"/>
                    <a:pt x="833013" y="417152"/>
                  </a:cubicBezTo>
                  <a:cubicBezTo>
                    <a:pt x="833338" y="545570"/>
                    <a:pt x="742015" y="655414"/>
                    <a:pt x="716772" y="638607"/>
                  </a:cubicBezTo>
                  <a:cubicBezTo>
                    <a:pt x="676026" y="611473"/>
                    <a:pt x="716988" y="565258"/>
                    <a:pt x="724634" y="502812"/>
                  </a:cubicBezTo>
                  <a:cubicBezTo>
                    <a:pt x="730383" y="455859"/>
                    <a:pt x="830543" y="372426"/>
                    <a:pt x="760060" y="302242"/>
                  </a:cubicBezTo>
                  <a:cubicBezTo>
                    <a:pt x="794087" y="384646"/>
                    <a:pt x="701709" y="403646"/>
                    <a:pt x="681155" y="472353"/>
                  </a:cubicBezTo>
                  <a:cubicBezTo>
                    <a:pt x="673701" y="497268"/>
                    <a:pt x="654800" y="540844"/>
                    <a:pt x="620408" y="506903"/>
                  </a:cubicBezTo>
                  <a:cubicBezTo>
                    <a:pt x="593952" y="480793"/>
                    <a:pt x="656549" y="459499"/>
                    <a:pt x="651459" y="312205"/>
                  </a:cubicBezTo>
                  <a:cubicBezTo>
                    <a:pt x="649227" y="247613"/>
                    <a:pt x="769849" y="198304"/>
                    <a:pt x="689059" y="66908"/>
                  </a:cubicBezTo>
                  <a:cubicBezTo>
                    <a:pt x="718853" y="148517"/>
                    <a:pt x="642985" y="240634"/>
                    <a:pt x="599678" y="232272"/>
                  </a:cubicBezTo>
                  <a:cubicBezTo>
                    <a:pt x="553592" y="223374"/>
                    <a:pt x="548718" y="156333"/>
                    <a:pt x="537940" y="123094"/>
                  </a:cubicBezTo>
                  <a:cubicBezTo>
                    <a:pt x="542534" y="185937"/>
                    <a:pt x="531689" y="224674"/>
                    <a:pt x="583875" y="320035"/>
                  </a:cubicBezTo>
                  <a:cubicBezTo>
                    <a:pt x="605481" y="359515"/>
                    <a:pt x="520932" y="428690"/>
                    <a:pt x="493355" y="376411"/>
                  </a:cubicBezTo>
                  <a:cubicBezTo>
                    <a:pt x="466919" y="326298"/>
                    <a:pt x="530467" y="308114"/>
                    <a:pt x="515482" y="263253"/>
                  </a:cubicBezTo>
                  <a:cubicBezTo>
                    <a:pt x="496062" y="205113"/>
                    <a:pt x="433809" y="254806"/>
                    <a:pt x="423059" y="169587"/>
                  </a:cubicBezTo>
                  <a:cubicBezTo>
                    <a:pt x="411805" y="80368"/>
                    <a:pt x="439455" y="13614"/>
                    <a:pt x="567198" y="6467"/>
                  </a:cubicBezTo>
                  <a:close/>
                </a:path>
              </a:pathLst>
            </a:custGeom>
            <a:solidFill>
              <a:srgbClr val="FF00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DF281BD-85FA-0949-7636-0D6D7E7C49F5}"/>
                </a:ext>
              </a:extLst>
            </p:cNvPr>
            <p:cNvSpPr/>
            <p:nvPr/>
          </p:nvSpPr>
          <p:spPr>
            <a:xfrm>
              <a:off x="3929404" y="5400208"/>
              <a:ext cx="511615" cy="906742"/>
            </a:xfrm>
            <a:custGeom>
              <a:avLst/>
              <a:gdLst>
                <a:gd name="connsiteX0" fmla="*/ 238841 w 511615"/>
                <a:gd name="connsiteY0" fmla="*/ -9 h 906742"/>
                <a:gd name="connsiteX1" fmla="*/ 199681 w 511615"/>
                <a:gd name="connsiteY1" fmla="*/ 298204 h 906742"/>
                <a:gd name="connsiteX2" fmla="*/ 215756 w 511615"/>
                <a:gd name="connsiteY2" fmla="*/ 502985 h 906742"/>
                <a:gd name="connsiteX3" fmla="*/ 114348 w 511615"/>
                <a:gd name="connsiteY3" fmla="*/ 399841 h 906742"/>
                <a:gd name="connsiteX4" fmla="*/ 136655 w 511615"/>
                <a:gd name="connsiteY4" fmla="*/ 151673 h 906742"/>
                <a:gd name="connsiteX5" fmla="*/ 69875 w 511615"/>
                <a:gd name="connsiteY5" fmla="*/ 418523 h 906742"/>
                <a:gd name="connsiteX6" fmla="*/ 129501 w 511615"/>
                <a:gd name="connsiteY6" fmla="*/ 615296 h 906742"/>
                <a:gd name="connsiteX7" fmla="*/ 161722 w 511615"/>
                <a:gd name="connsiteY7" fmla="*/ 747322 h 906742"/>
                <a:gd name="connsiteX8" fmla="*/ 119163 w 511615"/>
                <a:gd name="connsiteY8" fmla="*/ 675458 h 906742"/>
                <a:gd name="connsiteX9" fmla="*/ 59961 w 511615"/>
                <a:gd name="connsiteY9" fmla="*/ 663480 h 906742"/>
                <a:gd name="connsiteX10" fmla="*/ 7060 w 511615"/>
                <a:gd name="connsiteY10" fmla="*/ 461164 h 906742"/>
                <a:gd name="connsiteX11" fmla="*/ 404 w 511615"/>
                <a:gd name="connsiteY11" fmla="*/ 706813 h 906742"/>
                <a:gd name="connsiteX12" fmla="*/ 97633 w 511615"/>
                <a:gd name="connsiteY12" fmla="*/ 882573 h 906742"/>
                <a:gd name="connsiteX13" fmla="*/ 135521 w 511615"/>
                <a:gd name="connsiteY13" fmla="*/ 900916 h 906742"/>
                <a:gd name="connsiteX14" fmla="*/ 231830 w 511615"/>
                <a:gd name="connsiteY14" fmla="*/ 906734 h 906742"/>
                <a:gd name="connsiteX15" fmla="*/ 413826 w 511615"/>
                <a:gd name="connsiteY15" fmla="*/ 757870 h 906742"/>
                <a:gd name="connsiteX16" fmla="*/ 511622 w 511615"/>
                <a:gd name="connsiteY16" fmla="*/ 383155 h 906742"/>
                <a:gd name="connsiteX17" fmla="*/ 324598 w 511615"/>
                <a:gd name="connsiteY17" fmla="*/ 607910 h 906742"/>
                <a:gd name="connsiteX18" fmla="*/ 397184 w 511615"/>
                <a:gd name="connsiteY18" fmla="*/ 331204 h 906742"/>
                <a:gd name="connsiteX19" fmla="*/ 276443 w 511615"/>
                <a:gd name="connsiteY19" fmla="*/ 466173 h 906742"/>
                <a:gd name="connsiteX20" fmla="*/ 289190 w 511615"/>
                <a:gd name="connsiteY20" fmla="*/ 236885 h 906742"/>
                <a:gd name="connsiteX21" fmla="*/ 238839 w 511615"/>
                <a:gd name="connsiteY21" fmla="*/ -3 h 90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1615" h="906742">
                  <a:moveTo>
                    <a:pt x="238841" y="-9"/>
                  </a:moveTo>
                  <a:cubicBezTo>
                    <a:pt x="202294" y="44073"/>
                    <a:pt x="249747" y="195271"/>
                    <a:pt x="199681" y="298204"/>
                  </a:cubicBezTo>
                  <a:cubicBezTo>
                    <a:pt x="150556" y="399195"/>
                    <a:pt x="246542" y="472927"/>
                    <a:pt x="215756" y="502985"/>
                  </a:cubicBezTo>
                  <a:cubicBezTo>
                    <a:pt x="170280" y="547386"/>
                    <a:pt x="132660" y="489959"/>
                    <a:pt x="114348" y="399841"/>
                  </a:cubicBezTo>
                  <a:cubicBezTo>
                    <a:pt x="97590" y="317377"/>
                    <a:pt x="201704" y="210418"/>
                    <a:pt x="136655" y="151673"/>
                  </a:cubicBezTo>
                  <a:cubicBezTo>
                    <a:pt x="162398" y="216798"/>
                    <a:pt x="47173" y="324425"/>
                    <a:pt x="69875" y="418523"/>
                  </a:cubicBezTo>
                  <a:cubicBezTo>
                    <a:pt x="97007" y="530992"/>
                    <a:pt x="111605" y="555235"/>
                    <a:pt x="129501" y="615296"/>
                  </a:cubicBezTo>
                  <a:cubicBezTo>
                    <a:pt x="138298" y="644822"/>
                    <a:pt x="209689" y="718002"/>
                    <a:pt x="161722" y="747322"/>
                  </a:cubicBezTo>
                  <a:cubicBezTo>
                    <a:pt x="128397" y="767692"/>
                    <a:pt x="119163" y="675458"/>
                    <a:pt x="119163" y="675458"/>
                  </a:cubicBezTo>
                  <a:cubicBezTo>
                    <a:pt x="119163" y="675458"/>
                    <a:pt x="92375" y="754227"/>
                    <a:pt x="59961" y="663480"/>
                  </a:cubicBezTo>
                  <a:cubicBezTo>
                    <a:pt x="39298" y="605634"/>
                    <a:pt x="68761" y="558909"/>
                    <a:pt x="7060" y="461164"/>
                  </a:cubicBezTo>
                  <a:cubicBezTo>
                    <a:pt x="50438" y="605009"/>
                    <a:pt x="-5170" y="638561"/>
                    <a:pt x="404" y="706813"/>
                  </a:cubicBezTo>
                  <a:cubicBezTo>
                    <a:pt x="6652" y="783306"/>
                    <a:pt x="30396" y="838595"/>
                    <a:pt x="97633" y="882573"/>
                  </a:cubicBezTo>
                  <a:lnTo>
                    <a:pt x="135521" y="900916"/>
                  </a:lnTo>
                  <a:lnTo>
                    <a:pt x="231830" y="906734"/>
                  </a:lnTo>
                  <a:cubicBezTo>
                    <a:pt x="278172" y="881617"/>
                    <a:pt x="376777" y="827517"/>
                    <a:pt x="413826" y="757870"/>
                  </a:cubicBezTo>
                  <a:cubicBezTo>
                    <a:pt x="485800" y="622577"/>
                    <a:pt x="407604" y="512769"/>
                    <a:pt x="511622" y="383155"/>
                  </a:cubicBezTo>
                  <a:cubicBezTo>
                    <a:pt x="409584" y="452235"/>
                    <a:pt x="413244" y="675082"/>
                    <a:pt x="324598" y="607910"/>
                  </a:cubicBezTo>
                  <a:cubicBezTo>
                    <a:pt x="279110" y="573450"/>
                    <a:pt x="399606" y="457610"/>
                    <a:pt x="397184" y="331204"/>
                  </a:cubicBezTo>
                  <a:cubicBezTo>
                    <a:pt x="381276" y="425375"/>
                    <a:pt x="318942" y="499547"/>
                    <a:pt x="276443" y="466173"/>
                  </a:cubicBezTo>
                  <a:cubicBezTo>
                    <a:pt x="233944" y="432800"/>
                    <a:pt x="321786" y="303818"/>
                    <a:pt x="289190" y="236885"/>
                  </a:cubicBezTo>
                  <a:cubicBezTo>
                    <a:pt x="253719" y="164055"/>
                    <a:pt x="217966" y="113522"/>
                    <a:pt x="238839" y="-3"/>
                  </a:cubicBezTo>
                  <a:close/>
                </a:path>
              </a:pathLst>
            </a:custGeom>
            <a:solidFill>
              <a:srgbClr val="000000">
                <a:alpha val="22000"/>
              </a:srgbClr>
            </a:solidFill>
            <a:ln w="2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C315A0-034A-CCE7-834A-BC782D78D65F}"/>
                </a:ext>
              </a:extLst>
            </p:cNvPr>
            <p:cNvSpPr/>
            <p:nvPr/>
          </p:nvSpPr>
          <p:spPr>
            <a:xfrm>
              <a:off x="3947179" y="5456945"/>
              <a:ext cx="451200" cy="827408"/>
            </a:xfrm>
            <a:custGeom>
              <a:avLst/>
              <a:gdLst>
                <a:gd name="connsiteX0" fmla="*/ 210630 w 451200"/>
                <a:gd name="connsiteY0" fmla="*/ 0 h 827408"/>
                <a:gd name="connsiteX1" fmla="*/ 176093 w 451200"/>
                <a:gd name="connsiteY1" fmla="*/ 272117 h 827408"/>
                <a:gd name="connsiteX2" fmla="*/ 190270 w 451200"/>
                <a:gd name="connsiteY2" fmla="*/ 458977 h 827408"/>
                <a:gd name="connsiteX3" fmla="*/ 100837 w 451200"/>
                <a:gd name="connsiteY3" fmla="*/ 364860 h 827408"/>
                <a:gd name="connsiteX4" fmla="*/ 120510 w 451200"/>
                <a:gd name="connsiteY4" fmla="*/ 138409 h 827408"/>
                <a:gd name="connsiteX5" fmla="*/ 53398 w 451200"/>
                <a:gd name="connsiteY5" fmla="*/ 378150 h 827408"/>
                <a:gd name="connsiteX6" fmla="*/ 106209 w 451200"/>
                <a:gd name="connsiteY6" fmla="*/ 553481 h 827408"/>
                <a:gd name="connsiteX7" fmla="*/ 138622 w 451200"/>
                <a:gd name="connsiteY7" fmla="*/ 673953 h 827408"/>
                <a:gd name="connsiteX8" fmla="*/ 105085 w 451200"/>
                <a:gd name="connsiteY8" fmla="*/ 616372 h 827408"/>
                <a:gd name="connsiteX9" fmla="*/ 52874 w 451200"/>
                <a:gd name="connsiteY9" fmla="*/ 605442 h 827408"/>
                <a:gd name="connsiteX10" fmla="*/ 6221 w 451200"/>
                <a:gd name="connsiteY10" fmla="*/ 420830 h 827408"/>
                <a:gd name="connsiteX11" fmla="*/ 351 w 451200"/>
                <a:gd name="connsiteY11" fmla="*/ 644983 h 827408"/>
                <a:gd name="connsiteX12" fmla="*/ 86099 w 451200"/>
                <a:gd name="connsiteY12" fmla="*/ 805363 h 827408"/>
                <a:gd name="connsiteX13" fmla="*/ 119512 w 451200"/>
                <a:gd name="connsiteY13" fmla="*/ 822100 h 827408"/>
                <a:gd name="connsiteX14" fmla="*/ 204448 w 451200"/>
                <a:gd name="connsiteY14" fmla="*/ 827409 h 827408"/>
                <a:gd name="connsiteX15" fmla="*/ 364953 w 451200"/>
                <a:gd name="connsiteY15" fmla="*/ 691572 h 827408"/>
                <a:gd name="connsiteX16" fmla="*/ 451200 w 451200"/>
                <a:gd name="connsiteY16" fmla="*/ 349648 h 827408"/>
                <a:gd name="connsiteX17" fmla="*/ 286261 w 451200"/>
                <a:gd name="connsiteY17" fmla="*/ 554735 h 827408"/>
                <a:gd name="connsiteX18" fmla="*/ 350276 w 451200"/>
                <a:gd name="connsiteY18" fmla="*/ 302243 h 827408"/>
                <a:gd name="connsiteX19" fmla="*/ 243793 w 451200"/>
                <a:gd name="connsiteY19" fmla="*/ 425401 h 827408"/>
                <a:gd name="connsiteX20" fmla="*/ 255035 w 451200"/>
                <a:gd name="connsiteY20" fmla="*/ 216177 h 827408"/>
                <a:gd name="connsiteX21" fmla="*/ 210630 w 451200"/>
                <a:gd name="connsiteY21" fmla="*/ 19 h 82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1200" h="827408">
                  <a:moveTo>
                    <a:pt x="210630" y="0"/>
                  </a:moveTo>
                  <a:cubicBezTo>
                    <a:pt x="178398" y="40224"/>
                    <a:pt x="220247" y="178191"/>
                    <a:pt x="176093" y="272117"/>
                  </a:cubicBezTo>
                  <a:cubicBezTo>
                    <a:pt x="132770" y="364270"/>
                    <a:pt x="217420" y="431550"/>
                    <a:pt x="190270" y="458977"/>
                  </a:cubicBezTo>
                  <a:cubicBezTo>
                    <a:pt x="150164" y="499493"/>
                    <a:pt x="116987" y="447091"/>
                    <a:pt x="100837" y="364860"/>
                  </a:cubicBezTo>
                  <a:cubicBezTo>
                    <a:pt x="86058" y="289612"/>
                    <a:pt x="177878" y="192013"/>
                    <a:pt x="120510" y="138409"/>
                  </a:cubicBezTo>
                  <a:cubicBezTo>
                    <a:pt x="140399" y="203462"/>
                    <a:pt x="52059" y="285559"/>
                    <a:pt x="53398" y="378150"/>
                  </a:cubicBezTo>
                  <a:cubicBezTo>
                    <a:pt x="54593" y="460882"/>
                    <a:pt x="76353" y="497269"/>
                    <a:pt x="106209" y="553481"/>
                  </a:cubicBezTo>
                  <a:cubicBezTo>
                    <a:pt x="119360" y="578242"/>
                    <a:pt x="180925" y="647199"/>
                    <a:pt x="138622" y="673953"/>
                  </a:cubicBezTo>
                  <a:cubicBezTo>
                    <a:pt x="109232" y="692540"/>
                    <a:pt x="105085" y="616372"/>
                    <a:pt x="105085" y="616372"/>
                  </a:cubicBezTo>
                  <a:cubicBezTo>
                    <a:pt x="105085" y="616372"/>
                    <a:pt x="81461" y="688248"/>
                    <a:pt x="52874" y="605442"/>
                  </a:cubicBezTo>
                  <a:cubicBezTo>
                    <a:pt x="34652" y="552658"/>
                    <a:pt x="60635" y="510022"/>
                    <a:pt x="6221" y="420830"/>
                  </a:cubicBezTo>
                  <a:cubicBezTo>
                    <a:pt x="44477" y="552088"/>
                    <a:pt x="-4565" y="582703"/>
                    <a:pt x="351" y="644983"/>
                  </a:cubicBezTo>
                  <a:cubicBezTo>
                    <a:pt x="5861" y="714783"/>
                    <a:pt x="26801" y="765233"/>
                    <a:pt x="86099" y="805363"/>
                  </a:cubicBezTo>
                  <a:lnTo>
                    <a:pt x="119512" y="822100"/>
                  </a:lnTo>
                  <a:lnTo>
                    <a:pt x="204448" y="827409"/>
                  </a:lnTo>
                  <a:cubicBezTo>
                    <a:pt x="245318" y="804490"/>
                    <a:pt x="332279" y="755125"/>
                    <a:pt x="364953" y="691572"/>
                  </a:cubicBezTo>
                  <a:cubicBezTo>
                    <a:pt x="428427" y="568119"/>
                    <a:pt x="359466" y="467919"/>
                    <a:pt x="451200" y="349648"/>
                  </a:cubicBezTo>
                  <a:cubicBezTo>
                    <a:pt x="361211" y="412683"/>
                    <a:pt x="364439" y="616029"/>
                    <a:pt x="286261" y="554735"/>
                  </a:cubicBezTo>
                  <a:cubicBezTo>
                    <a:pt x="246145" y="523290"/>
                    <a:pt x="352412" y="417587"/>
                    <a:pt x="350276" y="302243"/>
                  </a:cubicBezTo>
                  <a:cubicBezTo>
                    <a:pt x="336247" y="388173"/>
                    <a:pt x="281273" y="455854"/>
                    <a:pt x="243793" y="425401"/>
                  </a:cubicBezTo>
                  <a:cubicBezTo>
                    <a:pt x="206313" y="394948"/>
                    <a:pt x="283781" y="277254"/>
                    <a:pt x="255035" y="216177"/>
                  </a:cubicBezTo>
                  <a:cubicBezTo>
                    <a:pt x="223752" y="149721"/>
                    <a:pt x="192221" y="103609"/>
                    <a:pt x="210630" y="19"/>
                  </a:cubicBezTo>
                  <a:close/>
                </a:path>
              </a:pathLst>
            </a:custGeom>
            <a:solidFill>
              <a:srgbClr val="FF7D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4F8009B-95DD-FCFC-F4D6-1F957D0F8ABA}"/>
              </a:ext>
            </a:extLst>
          </p:cNvPr>
          <p:cNvSpPr/>
          <p:nvPr/>
        </p:nvSpPr>
        <p:spPr>
          <a:xfrm rot="5400000">
            <a:off x="3425344" y="2983191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A295F6-A170-BACD-7DFF-C4F314A73213}"/>
              </a:ext>
            </a:extLst>
          </p:cNvPr>
          <p:cNvSpPr/>
          <p:nvPr/>
        </p:nvSpPr>
        <p:spPr>
          <a:xfrm rot="5400000">
            <a:off x="3812169" y="2408426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41EA8-7CBE-E5DF-B682-B91F94F3E041}"/>
              </a:ext>
            </a:extLst>
          </p:cNvPr>
          <p:cNvSpPr txBox="1"/>
          <p:nvPr/>
        </p:nvSpPr>
        <p:spPr>
          <a:xfrm>
            <a:off x="4097279" y="3126529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D85BBC83-1C3A-A527-70CB-AE843E560D5A}"/>
              </a:ext>
            </a:extLst>
          </p:cNvPr>
          <p:cNvSpPr/>
          <p:nvPr/>
        </p:nvSpPr>
        <p:spPr>
          <a:xfrm rot="5400000">
            <a:off x="6175971" y="3095184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AD4916-E559-7541-530A-7803A51FD3A6}"/>
              </a:ext>
            </a:extLst>
          </p:cNvPr>
          <p:cNvSpPr/>
          <p:nvPr/>
        </p:nvSpPr>
        <p:spPr>
          <a:xfrm>
            <a:off x="7268961" y="2743491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A34C3EBD-A554-5E81-FCF8-CBBF13DF7FE1}"/>
              </a:ext>
            </a:extLst>
          </p:cNvPr>
          <p:cNvSpPr/>
          <p:nvPr/>
        </p:nvSpPr>
        <p:spPr>
          <a:xfrm rot="5400000">
            <a:off x="7697066" y="3095184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2BC280-AB5B-93D6-EB58-AEC9B70DB61A}"/>
              </a:ext>
            </a:extLst>
          </p:cNvPr>
          <p:cNvSpPr txBox="1"/>
          <p:nvPr/>
        </p:nvSpPr>
        <p:spPr>
          <a:xfrm>
            <a:off x="7199451" y="3234255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E3E75380-2C9D-4485-60E3-F139C2E5B44F}"/>
              </a:ext>
            </a:extLst>
          </p:cNvPr>
          <p:cNvSpPr/>
          <p:nvPr/>
        </p:nvSpPr>
        <p:spPr>
          <a:xfrm rot="5400000">
            <a:off x="8728136" y="3095184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0E67A32-4486-A88D-E128-3BA555101820}"/>
              </a:ext>
            </a:extLst>
          </p:cNvPr>
          <p:cNvSpPr/>
          <p:nvPr/>
        </p:nvSpPr>
        <p:spPr>
          <a:xfrm>
            <a:off x="3620425" y="2118765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E022026-64E4-2063-6858-A97A5694D27E}"/>
              </a:ext>
            </a:extLst>
          </p:cNvPr>
          <p:cNvSpPr/>
          <p:nvPr/>
        </p:nvSpPr>
        <p:spPr>
          <a:xfrm rot="10800000">
            <a:off x="3620425" y="4190788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E9D38D-878B-7354-CA72-59247038F54E}"/>
              </a:ext>
            </a:extLst>
          </p:cNvPr>
          <p:cNvCxnSpPr>
            <a:cxnSpLocks/>
          </p:cNvCxnSpPr>
          <p:nvPr/>
        </p:nvCxnSpPr>
        <p:spPr>
          <a:xfrm>
            <a:off x="3620425" y="3388139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8EDF1DC-DC2E-B4D0-F478-AB1FD9A82DF4}"/>
              </a:ext>
            </a:extLst>
          </p:cNvPr>
          <p:cNvSpPr/>
          <p:nvPr/>
        </p:nvSpPr>
        <p:spPr>
          <a:xfrm>
            <a:off x="5484559" y="3280711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12DD91C-4268-7A61-7A26-EB5E6BC75EA1}"/>
              </a:ext>
            </a:extLst>
          </p:cNvPr>
          <p:cNvSpPr/>
          <p:nvPr/>
        </p:nvSpPr>
        <p:spPr>
          <a:xfrm>
            <a:off x="6584022" y="3280711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84B8592-72EA-8276-C4CC-774DEF251B69}"/>
              </a:ext>
            </a:extLst>
          </p:cNvPr>
          <p:cNvCxnSpPr>
            <a:cxnSpLocks/>
          </p:cNvCxnSpPr>
          <p:nvPr/>
        </p:nvCxnSpPr>
        <p:spPr>
          <a:xfrm>
            <a:off x="5667439" y="3374172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1CBD92-9A27-564F-3ACE-011E2A3FD49D}"/>
              </a:ext>
            </a:extLst>
          </p:cNvPr>
          <p:cNvCxnSpPr>
            <a:cxnSpLocks/>
          </p:cNvCxnSpPr>
          <p:nvPr/>
        </p:nvCxnSpPr>
        <p:spPr>
          <a:xfrm flipH="1">
            <a:off x="6207332" y="3374172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BC69A3-0824-1BA6-CD01-F4A3A2972969}"/>
              </a:ext>
            </a:extLst>
          </p:cNvPr>
          <p:cNvCxnSpPr>
            <a:cxnSpLocks/>
          </p:cNvCxnSpPr>
          <p:nvPr/>
        </p:nvCxnSpPr>
        <p:spPr>
          <a:xfrm>
            <a:off x="6033199" y="3237012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9C19E8-24F1-361B-2A88-4FB71C0E880F}"/>
              </a:ext>
            </a:extLst>
          </p:cNvPr>
          <p:cNvCxnSpPr>
            <a:cxnSpLocks/>
          </p:cNvCxnSpPr>
          <p:nvPr/>
        </p:nvCxnSpPr>
        <p:spPr>
          <a:xfrm>
            <a:off x="6201930" y="3237012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DE6DB814-C934-888D-2A13-E634A8B5C077}"/>
              </a:ext>
            </a:extLst>
          </p:cNvPr>
          <p:cNvSpPr/>
          <p:nvPr/>
        </p:nvSpPr>
        <p:spPr>
          <a:xfrm rot="5400000">
            <a:off x="6060374" y="3034758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85AF01DD-40ED-FD01-144C-56D1996204DB}"/>
              </a:ext>
            </a:extLst>
          </p:cNvPr>
          <p:cNvSpPr/>
          <p:nvPr/>
        </p:nvSpPr>
        <p:spPr>
          <a:xfrm rot="16200000">
            <a:off x="6065815" y="3323869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311776-9075-2A10-C4CD-C7A4002EA907}"/>
              </a:ext>
            </a:extLst>
          </p:cNvPr>
          <p:cNvSpPr txBox="1"/>
          <p:nvPr/>
        </p:nvSpPr>
        <p:spPr>
          <a:xfrm>
            <a:off x="7199451" y="3237118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98F5CE-CA4F-8940-EC20-F7242C1BE90E}"/>
              </a:ext>
            </a:extLst>
          </p:cNvPr>
          <p:cNvSpPr txBox="1"/>
          <p:nvPr/>
        </p:nvSpPr>
        <p:spPr>
          <a:xfrm>
            <a:off x="7550586" y="1439810"/>
            <a:ext cx="3735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Receiver</a:t>
            </a:r>
            <a:r>
              <a:rPr lang="en-US" dirty="0"/>
              <a:t> – vibration on important components in the payload</a:t>
            </a:r>
            <a:endParaRPr lang="en-US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D9D0485-1FE4-9DFA-7E99-8ACF8690C23F}"/>
              </a:ext>
            </a:extLst>
          </p:cNvPr>
          <p:cNvCxnSpPr>
            <a:cxnSpLocks/>
          </p:cNvCxnSpPr>
          <p:nvPr/>
        </p:nvCxnSpPr>
        <p:spPr>
          <a:xfrm>
            <a:off x="7862083" y="2086141"/>
            <a:ext cx="396111" cy="10930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5E1CD084-9337-659D-F00D-3DF6DDDCAA3D}"/>
              </a:ext>
            </a:extLst>
          </p:cNvPr>
          <p:cNvSpPr/>
          <p:nvPr/>
        </p:nvSpPr>
        <p:spPr>
          <a:xfrm>
            <a:off x="6901494" y="3701960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E2B1D3B2-D48E-1522-7DDD-83CD724CD2F4}"/>
              </a:ext>
            </a:extLst>
          </p:cNvPr>
          <p:cNvSpPr/>
          <p:nvPr/>
        </p:nvSpPr>
        <p:spPr>
          <a:xfrm>
            <a:off x="6863490" y="366538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761391A5-EBE0-1728-FF0B-F5DE65F01D0B}"/>
              </a:ext>
            </a:extLst>
          </p:cNvPr>
          <p:cNvSpPr/>
          <p:nvPr/>
        </p:nvSpPr>
        <p:spPr>
          <a:xfrm>
            <a:off x="6819198" y="361966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724A39F5-9041-2C9C-78E0-DAE1DA2E6BEC}"/>
              </a:ext>
            </a:extLst>
          </p:cNvPr>
          <p:cNvSpPr/>
          <p:nvPr/>
        </p:nvSpPr>
        <p:spPr>
          <a:xfrm>
            <a:off x="6773478" y="357394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BD48942D-7F81-61DC-627E-CCE9ADD299CD}"/>
              </a:ext>
            </a:extLst>
          </p:cNvPr>
          <p:cNvSpPr/>
          <p:nvPr/>
        </p:nvSpPr>
        <p:spPr>
          <a:xfrm rot="10800000">
            <a:off x="6863490" y="366538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452D11FA-5C91-3526-B0D3-8FEDD80097CF}"/>
              </a:ext>
            </a:extLst>
          </p:cNvPr>
          <p:cNvSpPr/>
          <p:nvPr/>
        </p:nvSpPr>
        <p:spPr>
          <a:xfrm rot="10800000">
            <a:off x="6819198" y="361966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B9DFBD84-6F4F-CC2E-C173-E80F4AB8CAB4}"/>
              </a:ext>
            </a:extLst>
          </p:cNvPr>
          <p:cNvSpPr/>
          <p:nvPr/>
        </p:nvSpPr>
        <p:spPr>
          <a:xfrm rot="10800000">
            <a:off x="6773478" y="357394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60BAAE8-7D21-748F-1E74-BBD2D5D8ECB7}"/>
              </a:ext>
            </a:extLst>
          </p:cNvPr>
          <p:cNvSpPr/>
          <p:nvPr/>
        </p:nvSpPr>
        <p:spPr>
          <a:xfrm>
            <a:off x="7624339" y="2941430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A24CBAC4-730E-6E86-5CF7-65249C290299}"/>
              </a:ext>
            </a:extLst>
          </p:cNvPr>
          <p:cNvSpPr/>
          <p:nvPr/>
        </p:nvSpPr>
        <p:spPr>
          <a:xfrm>
            <a:off x="7586335" y="290485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1FFF70A9-D108-BF1D-FA8B-644A3EBA6DB5}"/>
              </a:ext>
            </a:extLst>
          </p:cNvPr>
          <p:cNvSpPr/>
          <p:nvPr/>
        </p:nvSpPr>
        <p:spPr>
          <a:xfrm>
            <a:off x="7542043" y="285913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16B29D08-A8EF-54AC-87B3-68885CA948F2}"/>
              </a:ext>
            </a:extLst>
          </p:cNvPr>
          <p:cNvSpPr/>
          <p:nvPr/>
        </p:nvSpPr>
        <p:spPr>
          <a:xfrm>
            <a:off x="7496323" y="281341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90357C0D-7272-E04B-5F8C-B5D91A102069}"/>
              </a:ext>
            </a:extLst>
          </p:cNvPr>
          <p:cNvSpPr/>
          <p:nvPr/>
        </p:nvSpPr>
        <p:spPr>
          <a:xfrm rot="10800000">
            <a:off x="7586335" y="290485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50405A11-DEBE-A6C8-6AB5-D37FD10944BD}"/>
              </a:ext>
            </a:extLst>
          </p:cNvPr>
          <p:cNvSpPr/>
          <p:nvPr/>
        </p:nvSpPr>
        <p:spPr>
          <a:xfrm rot="10800000">
            <a:off x="7542043" y="285913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AE77BED-1B6F-3E06-284B-BA182007CECC}"/>
              </a:ext>
            </a:extLst>
          </p:cNvPr>
          <p:cNvSpPr/>
          <p:nvPr/>
        </p:nvSpPr>
        <p:spPr>
          <a:xfrm>
            <a:off x="8258194" y="3368172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B19B348D-050D-0141-AEBA-D5BFDF953A5D}"/>
              </a:ext>
            </a:extLst>
          </p:cNvPr>
          <p:cNvSpPr/>
          <p:nvPr/>
        </p:nvSpPr>
        <p:spPr>
          <a:xfrm>
            <a:off x="8220190" y="3331596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A6D246F8-5E16-2727-81CA-885A0ECF8236}"/>
              </a:ext>
            </a:extLst>
          </p:cNvPr>
          <p:cNvSpPr/>
          <p:nvPr/>
        </p:nvSpPr>
        <p:spPr>
          <a:xfrm>
            <a:off x="8175898" y="3285876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CBBA2D1A-13E8-1399-916E-EFA7C55D60E4}"/>
              </a:ext>
            </a:extLst>
          </p:cNvPr>
          <p:cNvSpPr/>
          <p:nvPr/>
        </p:nvSpPr>
        <p:spPr>
          <a:xfrm>
            <a:off x="8130178" y="3240156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439BCCB4-122B-A280-A169-1E282D49F74E}"/>
              </a:ext>
            </a:extLst>
          </p:cNvPr>
          <p:cNvSpPr/>
          <p:nvPr/>
        </p:nvSpPr>
        <p:spPr>
          <a:xfrm rot="10800000">
            <a:off x="8220190" y="3331596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F12939C7-1274-0820-61C3-D7F578E62641}"/>
              </a:ext>
            </a:extLst>
          </p:cNvPr>
          <p:cNvSpPr/>
          <p:nvPr/>
        </p:nvSpPr>
        <p:spPr>
          <a:xfrm rot="10800000">
            <a:off x="8175898" y="3285876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179BFDD4-388F-F2C4-BBC9-3F67A616B740}"/>
              </a:ext>
            </a:extLst>
          </p:cNvPr>
          <p:cNvSpPr/>
          <p:nvPr/>
        </p:nvSpPr>
        <p:spPr>
          <a:xfrm rot="10800000">
            <a:off x="8130178" y="3240156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25455AF-0C34-0B4C-AD60-5CAB02AC5B59}"/>
              </a:ext>
            </a:extLst>
          </p:cNvPr>
          <p:cNvCxnSpPr>
            <a:cxnSpLocks/>
          </p:cNvCxnSpPr>
          <p:nvPr/>
        </p:nvCxnSpPr>
        <p:spPr>
          <a:xfrm flipH="1">
            <a:off x="7734067" y="2086141"/>
            <a:ext cx="128016" cy="7729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15C2DD4-BB43-FB26-9F35-A3CF7DE06245}"/>
              </a:ext>
            </a:extLst>
          </p:cNvPr>
          <p:cNvCxnSpPr>
            <a:cxnSpLocks/>
          </p:cNvCxnSpPr>
          <p:nvPr/>
        </p:nvCxnSpPr>
        <p:spPr>
          <a:xfrm flipH="1">
            <a:off x="6901494" y="2086141"/>
            <a:ext cx="960589" cy="14878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rc 69">
            <a:extLst>
              <a:ext uri="{FF2B5EF4-FFF2-40B4-BE49-F238E27FC236}">
                <a16:creationId xmlns:a16="http://schemas.microsoft.com/office/drawing/2014/main" id="{C51B84D4-B79F-3F97-DF6C-55D3A0DFA883}"/>
              </a:ext>
            </a:extLst>
          </p:cNvPr>
          <p:cNvSpPr/>
          <p:nvPr/>
        </p:nvSpPr>
        <p:spPr>
          <a:xfrm rot="10800000">
            <a:off x="7490172" y="281341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E5A3BE-EEB6-9781-E5D7-4E3CC7B66920}"/>
              </a:ext>
            </a:extLst>
          </p:cNvPr>
          <p:cNvSpPr txBox="1"/>
          <p:nvPr/>
        </p:nvSpPr>
        <p:spPr>
          <a:xfrm>
            <a:off x="5682169" y="2765337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</p:spTree>
    <p:extLst>
      <p:ext uri="{BB962C8B-B14F-4D97-AF65-F5344CB8AC3E}">
        <p14:creationId xmlns:p14="http://schemas.microsoft.com/office/powerpoint/2010/main" val="3143473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85A1C-BAB9-9944-9DD0-A81E7DE7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2081-0B79-030E-D82F-41B71E39C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Source-Path-Receiver Framework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855E47E9-9610-FCE2-A911-F80E2F25047C}"/>
              </a:ext>
            </a:extLst>
          </p:cNvPr>
          <p:cNvSpPr/>
          <p:nvPr/>
        </p:nvSpPr>
        <p:spPr>
          <a:xfrm>
            <a:off x="9047015" y="3355110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CCBEF794-E395-57B0-4811-67695C08D5C1}"/>
              </a:ext>
            </a:extLst>
          </p:cNvPr>
          <p:cNvGrpSpPr/>
          <p:nvPr/>
        </p:nvGrpSpPr>
        <p:grpSpPr>
          <a:xfrm rot="16200000">
            <a:off x="2599578" y="2797481"/>
            <a:ext cx="860686" cy="1181316"/>
            <a:chOff x="3701202" y="5125633"/>
            <a:chExt cx="860686" cy="118131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3B687C9-3614-F098-5FFE-72440C2BEEEA}"/>
                </a:ext>
              </a:extLst>
            </p:cNvPr>
            <p:cNvSpPr/>
            <p:nvPr/>
          </p:nvSpPr>
          <p:spPr>
            <a:xfrm>
              <a:off x="3701202" y="5125633"/>
              <a:ext cx="860678" cy="1171638"/>
            </a:xfrm>
            <a:custGeom>
              <a:avLst/>
              <a:gdLst>
                <a:gd name="connsiteX0" fmla="*/ 580458 w 860678"/>
                <a:gd name="connsiteY0" fmla="*/ 6547 h 1171638"/>
                <a:gd name="connsiteX1" fmla="*/ 375371 w 860678"/>
                <a:gd name="connsiteY1" fmla="*/ 137931 h 1171638"/>
                <a:gd name="connsiteX2" fmla="*/ 319343 w 860678"/>
                <a:gd name="connsiteY2" fmla="*/ 120812 h 1171638"/>
                <a:gd name="connsiteX3" fmla="*/ 278787 w 860678"/>
                <a:gd name="connsiteY3" fmla="*/ 9479 h 1171638"/>
                <a:gd name="connsiteX4" fmla="*/ 338589 w 860678"/>
                <a:gd name="connsiteY4" fmla="*/ 216964 h 1171638"/>
                <a:gd name="connsiteX5" fmla="*/ 345253 w 860678"/>
                <a:gd name="connsiteY5" fmla="*/ 384503 h 1171638"/>
                <a:gd name="connsiteX6" fmla="*/ 244732 w 860678"/>
                <a:gd name="connsiteY6" fmla="*/ 303849 h 1171638"/>
                <a:gd name="connsiteX7" fmla="*/ 225980 w 860678"/>
                <a:gd name="connsiteY7" fmla="*/ 133085 h 1171638"/>
                <a:gd name="connsiteX8" fmla="*/ 179991 w 860678"/>
                <a:gd name="connsiteY8" fmla="*/ 264712 h 1171638"/>
                <a:gd name="connsiteX9" fmla="*/ 206469 w 860678"/>
                <a:gd name="connsiteY9" fmla="*/ 426713 h 1171638"/>
                <a:gd name="connsiteX10" fmla="*/ 263388 w 860678"/>
                <a:gd name="connsiteY10" fmla="*/ 568957 h 1171638"/>
                <a:gd name="connsiteX11" fmla="*/ 121137 w 860678"/>
                <a:gd name="connsiteY11" fmla="*/ 508612 h 1171638"/>
                <a:gd name="connsiteX12" fmla="*/ 43401 w 860678"/>
                <a:gd name="connsiteY12" fmla="*/ 253023 h 1171638"/>
                <a:gd name="connsiteX13" fmla="*/ 53355 w 860678"/>
                <a:gd name="connsiteY13" fmla="*/ 537551 h 1171638"/>
                <a:gd name="connsiteX14" fmla="*/ 186656 w 860678"/>
                <a:gd name="connsiteY14" fmla="*/ 774594 h 1171638"/>
                <a:gd name="connsiteX15" fmla="*/ 69409 w 860678"/>
                <a:gd name="connsiteY15" fmla="*/ 777041 h 1171638"/>
                <a:gd name="connsiteX16" fmla="*/ -395 w 860678"/>
                <a:gd name="connsiteY16" fmla="*/ 606610 h 1171638"/>
                <a:gd name="connsiteX17" fmla="*/ 34953 w 860678"/>
                <a:gd name="connsiteY17" fmla="*/ 831042 h 1171638"/>
                <a:gd name="connsiteX18" fmla="*/ 139415 w 860678"/>
                <a:gd name="connsiteY18" fmla="*/ 920583 h 1171638"/>
                <a:gd name="connsiteX19" fmla="*/ 192053 w 860678"/>
                <a:gd name="connsiteY19" fmla="*/ 967776 h 1171638"/>
                <a:gd name="connsiteX20" fmla="*/ 50699 w 860678"/>
                <a:gd name="connsiteY20" fmla="*/ 917524 h 1171638"/>
                <a:gd name="connsiteX21" fmla="*/ 206613 w 860678"/>
                <a:gd name="connsiteY21" fmla="*/ 1113755 h 1171638"/>
                <a:gd name="connsiteX22" fmla="*/ 356601 w 860678"/>
                <a:gd name="connsiteY22" fmla="*/ 1170029 h 1171638"/>
                <a:gd name="connsiteX23" fmla="*/ 231576 w 860678"/>
                <a:gd name="connsiteY23" fmla="*/ 985525 h 1171638"/>
                <a:gd name="connsiteX24" fmla="*/ 237597 w 860678"/>
                <a:gd name="connsiteY24" fmla="*/ 757595 h 1171638"/>
                <a:gd name="connsiteX25" fmla="*/ 285349 w 860678"/>
                <a:gd name="connsiteY25" fmla="*/ 945373 h 1171638"/>
                <a:gd name="connsiteX26" fmla="*/ 338764 w 860678"/>
                <a:gd name="connsiteY26" fmla="*/ 956454 h 1171638"/>
                <a:gd name="connsiteX27" fmla="*/ 377201 w 860678"/>
                <a:gd name="connsiteY27" fmla="*/ 1023128 h 1171638"/>
                <a:gd name="connsiteX28" fmla="*/ 348067 w 860678"/>
                <a:gd name="connsiteY28" fmla="*/ 900636 h 1171638"/>
                <a:gd name="connsiteX29" fmla="*/ 294261 w 860678"/>
                <a:gd name="connsiteY29" fmla="*/ 718020 h 1171638"/>
                <a:gd name="connsiteX30" fmla="*/ 354574 w 860678"/>
                <a:gd name="connsiteY30" fmla="*/ 470345 h 1171638"/>
                <a:gd name="connsiteX31" fmla="*/ 334411 w 860678"/>
                <a:gd name="connsiteY31" fmla="*/ 700693 h 1171638"/>
                <a:gd name="connsiteX32" fmla="*/ 425973 w 860678"/>
                <a:gd name="connsiteY32" fmla="*/ 796401 h 1171638"/>
                <a:gd name="connsiteX33" fmla="*/ 411439 w 860678"/>
                <a:gd name="connsiteY33" fmla="*/ 606355 h 1171638"/>
                <a:gd name="connsiteX34" fmla="*/ 446791 w 860678"/>
                <a:gd name="connsiteY34" fmla="*/ 329582 h 1171638"/>
                <a:gd name="connsiteX35" fmla="*/ 492249 w 860678"/>
                <a:gd name="connsiteY35" fmla="*/ 549418 h 1171638"/>
                <a:gd name="connsiteX36" fmla="*/ 480734 w 860678"/>
                <a:gd name="connsiteY36" fmla="*/ 762239 h 1171638"/>
                <a:gd name="connsiteX37" fmla="*/ 589729 w 860678"/>
                <a:gd name="connsiteY37" fmla="*/ 636981 h 1171638"/>
                <a:gd name="connsiteX38" fmla="*/ 524170 w 860678"/>
                <a:gd name="connsiteY38" fmla="*/ 893769 h 1171638"/>
                <a:gd name="connsiteX39" fmla="*/ 692968 w 860678"/>
                <a:gd name="connsiteY39" fmla="*/ 685165 h 1171638"/>
                <a:gd name="connsiteX40" fmla="*/ 604716 w 860678"/>
                <a:gd name="connsiteY40" fmla="*/ 1032945 h 1171638"/>
                <a:gd name="connsiteX41" fmla="*/ 438729 w 860678"/>
                <a:gd name="connsiteY41" fmla="*/ 1172071 h 1171638"/>
                <a:gd name="connsiteX42" fmla="*/ 700574 w 860678"/>
                <a:gd name="connsiteY42" fmla="*/ 1010611 h 1171638"/>
                <a:gd name="connsiteX43" fmla="*/ 788626 w 860678"/>
                <a:gd name="connsiteY43" fmla="*/ 928481 h 1171638"/>
                <a:gd name="connsiteX44" fmla="*/ 851835 w 860678"/>
                <a:gd name="connsiteY44" fmla="*/ 729555 h 1171638"/>
                <a:gd name="connsiteX45" fmla="*/ 707949 w 860678"/>
                <a:gd name="connsiteY45" fmla="*/ 894348 h 1171638"/>
                <a:gd name="connsiteX46" fmla="*/ 789258 w 860678"/>
                <a:gd name="connsiteY46" fmla="*/ 748149 h 1171638"/>
                <a:gd name="connsiteX47" fmla="*/ 852503 w 860678"/>
                <a:gd name="connsiteY47" fmla="*/ 424271 h 1171638"/>
                <a:gd name="connsiteX48" fmla="*/ 733540 w 860678"/>
                <a:gd name="connsiteY48" fmla="*/ 649503 h 1171638"/>
                <a:gd name="connsiteX49" fmla="*/ 741586 w 860678"/>
                <a:gd name="connsiteY49" fmla="*/ 511386 h 1171638"/>
                <a:gd name="connsiteX50" fmla="*/ 777841 w 860678"/>
                <a:gd name="connsiteY50" fmla="*/ 307379 h 1171638"/>
                <a:gd name="connsiteX51" fmla="*/ 697087 w 860678"/>
                <a:gd name="connsiteY51" fmla="*/ 480399 h 1171638"/>
                <a:gd name="connsiteX52" fmla="*/ 634918 w 860678"/>
                <a:gd name="connsiteY52" fmla="*/ 515541 h 1171638"/>
                <a:gd name="connsiteX53" fmla="*/ 666696 w 860678"/>
                <a:gd name="connsiteY53" fmla="*/ 317513 h 1171638"/>
                <a:gd name="connsiteX54" fmla="*/ 705177 w 860678"/>
                <a:gd name="connsiteY54" fmla="*/ 68019 h 1171638"/>
                <a:gd name="connsiteX55" fmla="*/ 613702 w 860678"/>
                <a:gd name="connsiteY55" fmla="*/ 236212 h 1171638"/>
                <a:gd name="connsiteX56" fmla="*/ 550517 w 860678"/>
                <a:gd name="connsiteY56" fmla="*/ 125165 h 1171638"/>
                <a:gd name="connsiteX57" fmla="*/ 597530 w 860678"/>
                <a:gd name="connsiteY57" fmla="*/ 325475 h 1171638"/>
                <a:gd name="connsiteX58" fmla="*/ 504889 w 860678"/>
                <a:gd name="connsiteY58" fmla="*/ 382816 h 1171638"/>
                <a:gd name="connsiteX59" fmla="*/ 527534 w 860678"/>
                <a:gd name="connsiteY59" fmla="*/ 267724 h 1171638"/>
                <a:gd name="connsiteX60" fmla="*/ 432944 w 860678"/>
                <a:gd name="connsiteY60" fmla="*/ 172455 h 1171638"/>
                <a:gd name="connsiteX61" fmla="*/ 580460 w 860678"/>
                <a:gd name="connsiteY61" fmla="*/ 6545 h 11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60678" h="1171638">
                  <a:moveTo>
                    <a:pt x="580458" y="6547"/>
                  </a:moveTo>
                  <a:cubicBezTo>
                    <a:pt x="453811" y="-21910"/>
                    <a:pt x="394455" y="53554"/>
                    <a:pt x="375371" y="137931"/>
                  </a:cubicBezTo>
                  <a:cubicBezTo>
                    <a:pt x="363784" y="189136"/>
                    <a:pt x="309353" y="159846"/>
                    <a:pt x="319343" y="120812"/>
                  </a:cubicBezTo>
                  <a:cubicBezTo>
                    <a:pt x="328085" y="86653"/>
                    <a:pt x="323684" y="27230"/>
                    <a:pt x="278787" y="9479"/>
                  </a:cubicBezTo>
                  <a:cubicBezTo>
                    <a:pt x="330709" y="89329"/>
                    <a:pt x="249601" y="152786"/>
                    <a:pt x="338589" y="216964"/>
                  </a:cubicBezTo>
                  <a:cubicBezTo>
                    <a:pt x="406106" y="265662"/>
                    <a:pt x="389161" y="357617"/>
                    <a:pt x="345253" y="384503"/>
                  </a:cubicBezTo>
                  <a:cubicBezTo>
                    <a:pt x="304260" y="409604"/>
                    <a:pt x="267082" y="351016"/>
                    <a:pt x="244732" y="303849"/>
                  </a:cubicBezTo>
                  <a:cubicBezTo>
                    <a:pt x="217349" y="246060"/>
                    <a:pt x="192695" y="222900"/>
                    <a:pt x="225980" y="133085"/>
                  </a:cubicBezTo>
                  <a:cubicBezTo>
                    <a:pt x="180125" y="176406"/>
                    <a:pt x="165641" y="214214"/>
                    <a:pt x="179991" y="264712"/>
                  </a:cubicBezTo>
                  <a:cubicBezTo>
                    <a:pt x="191879" y="306551"/>
                    <a:pt x="233139" y="357099"/>
                    <a:pt x="206469" y="426713"/>
                  </a:cubicBezTo>
                  <a:cubicBezTo>
                    <a:pt x="180219" y="495234"/>
                    <a:pt x="282602" y="503290"/>
                    <a:pt x="263388" y="568957"/>
                  </a:cubicBezTo>
                  <a:cubicBezTo>
                    <a:pt x="240833" y="646050"/>
                    <a:pt x="148316" y="588740"/>
                    <a:pt x="121137" y="508612"/>
                  </a:cubicBezTo>
                  <a:cubicBezTo>
                    <a:pt x="103845" y="457636"/>
                    <a:pt x="191224" y="310230"/>
                    <a:pt x="43401" y="253023"/>
                  </a:cubicBezTo>
                  <a:cubicBezTo>
                    <a:pt x="181627" y="337328"/>
                    <a:pt x="45902" y="452542"/>
                    <a:pt x="53355" y="537551"/>
                  </a:cubicBezTo>
                  <a:cubicBezTo>
                    <a:pt x="66213" y="684205"/>
                    <a:pt x="210140" y="724453"/>
                    <a:pt x="186656" y="774594"/>
                  </a:cubicBezTo>
                  <a:cubicBezTo>
                    <a:pt x="174609" y="800308"/>
                    <a:pt x="128599" y="846750"/>
                    <a:pt x="69409" y="777041"/>
                  </a:cubicBezTo>
                  <a:cubicBezTo>
                    <a:pt x="47539" y="751284"/>
                    <a:pt x="63491" y="655471"/>
                    <a:pt x="-395" y="606610"/>
                  </a:cubicBezTo>
                  <a:cubicBezTo>
                    <a:pt x="51906" y="683984"/>
                    <a:pt x="12323" y="773233"/>
                    <a:pt x="34953" y="831042"/>
                  </a:cubicBezTo>
                  <a:cubicBezTo>
                    <a:pt x="56964" y="887270"/>
                    <a:pt x="68829" y="897922"/>
                    <a:pt x="139415" y="920583"/>
                  </a:cubicBezTo>
                  <a:cubicBezTo>
                    <a:pt x="162288" y="927927"/>
                    <a:pt x="189647" y="934061"/>
                    <a:pt x="192053" y="967776"/>
                  </a:cubicBezTo>
                  <a:cubicBezTo>
                    <a:pt x="196563" y="1030969"/>
                    <a:pt x="54832" y="1016893"/>
                    <a:pt x="50699" y="917524"/>
                  </a:cubicBezTo>
                  <a:cubicBezTo>
                    <a:pt x="26171" y="1068793"/>
                    <a:pt x="154378" y="1023896"/>
                    <a:pt x="206613" y="1113755"/>
                  </a:cubicBezTo>
                  <a:cubicBezTo>
                    <a:pt x="224354" y="1144276"/>
                    <a:pt x="289599" y="1162301"/>
                    <a:pt x="356601" y="1170029"/>
                  </a:cubicBezTo>
                  <a:cubicBezTo>
                    <a:pt x="266974" y="1125954"/>
                    <a:pt x="238245" y="1069470"/>
                    <a:pt x="231576" y="985525"/>
                  </a:cubicBezTo>
                  <a:cubicBezTo>
                    <a:pt x="226545" y="922188"/>
                    <a:pt x="276750" y="891099"/>
                    <a:pt x="237597" y="757595"/>
                  </a:cubicBezTo>
                  <a:cubicBezTo>
                    <a:pt x="293286" y="848311"/>
                    <a:pt x="266699" y="891685"/>
                    <a:pt x="285349" y="945373"/>
                  </a:cubicBezTo>
                  <a:cubicBezTo>
                    <a:pt x="314606" y="1029596"/>
                    <a:pt x="338764" y="956454"/>
                    <a:pt x="338764" y="956454"/>
                  </a:cubicBezTo>
                  <a:cubicBezTo>
                    <a:pt x="338764" y="956454"/>
                    <a:pt x="347122" y="1042034"/>
                    <a:pt x="377201" y="1023128"/>
                  </a:cubicBezTo>
                  <a:cubicBezTo>
                    <a:pt x="420497" y="995914"/>
                    <a:pt x="356007" y="928037"/>
                    <a:pt x="348067" y="900636"/>
                  </a:cubicBezTo>
                  <a:cubicBezTo>
                    <a:pt x="331914" y="844893"/>
                    <a:pt x="318749" y="822402"/>
                    <a:pt x="294261" y="718020"/>
                  </a:cubicBezTo>
                  <a:cubicBezTo>
                    <a:pt x="273770" y="630679"/>
                    <a:pt x="377808" y="530778"/>
                    <a:pt x="354574" y="470345"/>
                  </a:cubicBezTo>
                  <a:cubicBezTo>
                    <a:pt x="413284" y="524870"/>
                    <a:pt x="319286" y="624160"/>
                    <a:pt x="334411" y="700693"/>
                  </a:cubicBezTo>
                  <a:cubicBezTo>
                    <a:pt x="350939" y="784330"/>
                    <a:pt x="384927" y="837611"/>
                    <a:pt x="425973" y="796401"/>
                  </a:cubicBezTo>
                  <a:cubicBezTo>
                    <a:pt x="453760" y="768504"/>
                    <a:pt x="367100" y="700085"/>
                    <a:pt x="411439" y="606355"/>
                  </a:cubicBezTo>
                  <a:cubicBezTo>
                    <a:pt x="456628" y="510831"/>
                    <a:pt x="413805" y="370492"/>
                    <a:pt x="446791" y="329582"/>
                  </a:cubicBezTo>
                  <a:cubicBezTo>
                    <a:pt x="427951" y="434935"/>
                    <a:pt x="460233" y="481814"/>
                    <a:pt x="492249" y="549418"/>
                  </a:cubicBezTo>
                  <a:cubicBezTo>
                    <a:pt x="521669" y="611536"/>
                    <a:pt x="442374" y="731268"/>
                    <a:pt x="480734" y="762239"/>
                  </a:cubicBezTo>
                  <a:cubicBezTo>
                    <a:pt x="519094" y="793214"/>
                    <a:pt x="575372" y="724379"/>
                    <a:pt x="589729" y="636981"/>
                  </a:cubicBezTo>
                  <a:cubicBezTo>
                    <a:pt x="591916" y="754305"/>
                    <a:pt x="483112" y="861773"/>
                    <a:pt x="524170" y="893769"/>
                  </a:cubicBezTo>
                  <a:cubicBezTo>
                    <a:pt x="604180" y="956094"/>
                    <a:pt x="600871" y="749279"/>
                    <a:pt x="692968" y="685165"/>
                  </a:cubicBezTo>
                  <a:cubicBezTo>
                    <a:pt x="599084" y="805457"/>
                    <a:pt x="669675" y="907379"/>
                    <a:pt x="604716" y="1032945"/>
                  </a:cubicBezTo>
                  <a:cubicBezTo>
                    <a:pt x="570861" y="1098384"/>
                    <a:pt x="479873" y="1149152"/>
                    <a:pt x="438729" y="1172071"/>
                  </a:cubicBezTo>
                  <a:cubicBezTo>
                    <a:pt x="658426" y="1169738"/>
                    <a:pt x="640719" y="1150493"/>
                    <a:pt x="700574" y="1010611"/>
                  </a:cubicBezTo>
                  <a:cubicBezTo>
                    <a:pt x="715352" y="976083"/>
                    <a:pt x="758645" y="960153"/>
                    <a:pt x="788626" y="928481"/>
                  </a:cubicBezTo>
                  <a:cubicBezTo>
                    <a:pt x="831736" y="882941"/>
                    <a:pt x="805388" y="820719"/>
                    <a:pt x="851835" y="729555"/>
                  </a:cubicBezTo>
                  <a:cubicBezTo>
                    <a:pt x="774923" y="802705"/>
                    <a:pt x="766001" y="938639"/>
                    <a:pt x="707949" y="894348"/>
                  </a:cubicBezTo>
                  <a:cubicBezTo>
                    <a:pt x="690186" y="880800"/>
                    <a:pt x="748966" y="829317"/>
                    <a:pt x="789258" y="748149"/>
                  </a:cubicBezTo>
                  <a:cubicBezTo>
                    <a:pt x="840504" y="644915"/>
                    <a:pt x="876941" y="502413"/>
                    <a:pt x="852503" y="424271"/>
                  </a:cubicBezTo>
                  <a:cubicBezTo>
                    <a:pt x="852835" y="554886"/>
                    <a:pt x="759372" y="666610"/>
                    <a:pt x="733540" y="649503"/>
                  </a:cubicBezTo>
                  <a:cubicBezTo>
                    <a:pt x="691841" y="621906"/>
                    <a:pt x="733761" y="574899"/>
                    <a:pt x="741586" y="511386"/>
                  </a:cubicBezTo>
                  <a:cubicBezTo>
                    <a:pt x="747470" y="463630"/>
                    <a:pt x="849977" y="378769"/>
                    <a:pt x="777841" y="307379"/>
                  </a:cubicBezTo>
                  <a:cubicBezTo>
                    <a:pt x="812663" y="391192"/>
                    <a:pt x="718124" y="410518"/>
                    <a:pt x="697087" y="480399"/>
                  </a:cubicBezTo>
                  <a:cubicBezTo>
                    <a:pt x="689458" y="505743"/>
                    <a:pt x="670115" y="550061"/>
                    <a:pt x="634918" y="515541"/>
                  </a:cubicBezTo>
                  <a:cubicBezTo>
                    <a:pt x="607842" y="488983"/>
                    <a:pt x="671906" y="467325"/>
                    <a:pt x="666696" y="317513"/>
                  </a:cubicBezTo>
                  <a:cubicBezTo>
                    <a:pt x="664412" y="251816"/>
                    <a:pt x="787860" y="201664"/>
                    <a:pt x="705177" y="68019"/>
                  </a:cubicBezTo>
                  <a:cubicBezTo>
                    <a:pt x="735669" y="151025"/>
                    <a:pt x="658024" y="244717"/>
                    <a:pt x="613702" y="236212"/>
                  </a:cubicBezTo>
                  <a:cubicBezTo>
                    <a:pt x="566537" y="227162"/>
                    <a:pt x="561546" y="158973"/>
                    <a:pt x="550517" y="125165"/>
                  </a:cubicBezTo>
                  <a:cubicBezTo>
                    <a:pt x="555219" y="189083"/>
                    <a:pt x="544120" y="228482"/>
                    <a:pt x="597530" y="325475"/>
                  </a:cubicBezTo>
                  <a:cubicBezTo>
                    <a:pt x="619641" y="365631"/>
                    <a:pt x="533112" y="435989"/>
                    <a:pt x="504889" y="382816"/>
                  </a:cubicBezTo>
                  <a:cubicBezTo>
                    <a:pt x="477833" y="331846"/>
                    <a:pt x="542870" y="313352"/>
                    <a:pt x="527534" y="267724"/>
                  </a:cubicBezTo>
                  <a:cubicBezTo>
                    <a:pt x="507658" y="208588"/>
                    <a:pt x="443946" y="259133"/>
                    <a:pt x="432944" y="172455"/>
                  </a:cubicBezTo>
                  <a:cubicBezTo>
                    <a:pt x="421427" y="81709"/>
                    <a:pt x="449724" y="13814"/>
                    <a:pt x="580460" y="6545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CEE386E-762C-3053-BEB7-8FAA4DFB5926}"/>
                </a:ext>
              </a:extLst>
            </p:cNvPr>
            <p:cNvSpPr/>
            <p:nvPr/>
          </p:nvSpPr>
          <p:spPr>
            <a:xfrm>
              <a:off x="3720878" y="5133350"/>
              <a:ext cx="841010" cy="1151932"/>
            </a:xfrm>
            <a:custGeom>
              <a:avLst/>
              <a:gdLst>
                <a:gd name="connsiteX0" fmla="*/ 567178 w 841010"/>
                <a:gd name="connsiteY0" fmla="*/ 6444 h 1151932"/>
                <a:gd name="connsiteX1" fmla="*/ 366767 w 841010"/>
                <a:gd name="connsiteY1" fmla="*/ 135618 h 1151932"/>
                <a:gd name="connsiteX2" fmla="*/ 312022 w 841010"/>
                <a:gd name="connsiteY2" fmla="*/ 118787 h 1151932"/>
                <a:gd name="connsiteX3" fmla="*/ 272396 w 841010"/>
                <a:gd name="connsiteY3" fmla="*/ 9326 h 1151932"/>
                <a:gd name="connsiteX4" fmla="*/ 330828 w 841010"/>
                <a:gd name="connsiteY4" fmla="*/ 213334 h 1151932"/>
                <a:gd name="connsiteX5" fmla="*/ 337340 w 841010"/>
                <a:gd name="connsiteY5" fmla="*/ 378057 h 1151932"/>
                <a:gd name="connsiteX6" fmla="*/ 239119 w 841010"/>
                <a:gd name="connsiteY6" fmla="*/ 298760 h 1151932"/>
                <a:gd name="connsiteX7" fmla="*/ 220796 w 841010"/>
                <a:gd name="connsiteY7" fmla="*/ 130868 h 1151932"/>
                <a:gd name="connsiteX8" fmla="*/ 175858 w 841010"/>
                <a:gd name="connsiteY8" fmla="*/ 260281 h 1151932"/>
                <a:gd name="connsiteX9" fmla="*/ 201731 w 841010"/>
                <a:gd name="connsiteY9" fmla="*/ 419558 h 1151932"/>
                <a:gd name="connsiteX10" fmla="*/ 257349 w 841010"/>
                <a:gd name="connsiteY10" fmla="*/ 559410 h 1151932"/>
                <a:gd name="connsiteX11" fmla="*/ 118353 w 841010"/>
                <a:gd name="connsiteY11" fmla="*/ 500080 h 1151932"/>
                <a:gd name="connsiteX12" fmla="*/ 42398 w 841010"/>
                <a:gd name="connsiteY12" fmla="*/ 248788 h 1151932"/>
                <a:gd name="connsiteX13" fmla="*/ 52124 w 841010"/>
                <a:gd name="connsiteY13" fmla="*/ 528519 h 1151932"/>
                <a:gd name="connsiteX14" fmla="*/ 182373 w 841010"/>
                <a:gd name="connsiteY14" fmla="*/ 761565 h 1151932"/>
                <a:gd name="connsiteX15" fmla="*/ 67810 w 841010"/>
                <a:gd name="connsiteY15" fmla="*/ 763970 h 1151932"/>
                <a:gd name="connsiteX16" fmla="*/ -395 w 841010"/>
                <a:gd name="connsiteY16" fmla="*/ 596406 h 1151932"/>
                <a:gd name="connsiteX17" fmla="*/ 34143 w 841010"/>
                <a:gd name="connsiteY17" fmla="*/ 817061 h 1151932"/>
                <a:gd name="connsiteX18" fmla="*/ 136213 w 841010"/>
                <a:gd name="connsiteY18" fmla="*/ 905095 h 1151932"/>
                <a:gd name="connsiteX19" fmla="*/ 187647 w 841010"/>
                <a:gd name="connsiteY19" fmla="*/ 951494 h 1151932"/>
                <a:gd name="connsiteX20" fmla="*/ 49528 w 841010"/>
                <a:gd name="connsiteY20" fmla="*/ 902087 h 1151932"/>
                <a:gd name="connsiteX21" fmla="*/ 201872 w 841010"/>
                <a:gd name="connsiteY21" fmla="*/ 1095019 h 1151932"/>
                <a:gd name="connsiteX22" fmla="*/ 348427 w 841010"/>
                <a:gd name="connsiteY22" fmla="*/ 1150348 h 1151932"/>
                <a:gd name="connsiteX23" fmla="*/ 226264 w 841010"/>
                <a:gd name="connsiteY23" fmla="*/ 968945 h 1151932"/>
                <a:gd name="connsiteX24" fmla="*/ 232147 w 841010"/>
                <a:gd name="connsiteY24" fmla="*/ 744853 h 1151932"/>
                <a:gd name="connsiteX25" fmla="*/ 278806 w 841010"/>
                <a:gd name="connsiteY25" fmla="*/ 929473 h 1151932"/>
                <a:gd name="connsiteX26" fmla="*/ 330997 w 841010"/>
                <a:gd name="connsiteY26" fmla="*/ 940367 h 1151932"/>
                <a:gd name="connsiteX27" fmla="*/ 368553 w 841010"/>
                <a:gd name="connsiteY27" fmla="*/ 1005921 h 1151932"/>
                <a:gd name="connsiteX28" fmla="*/ 340085 w 841010"/>
                <a:gd name="connsiteY28" fmla="*/ 885486 h 1151932"/>
                <a:gd name="connsiteX29" fmla="*/ 287510 w 841010"/>
                <a:gd name="connsiteY29" fmla="*/ 705943 h 1151932"/>
                <a:gd name="connsiteX30" fmla="*/ 346442 w 841010"/>
                <a:gd name="connsiteY30" fmla="*/ 462424 h 1151932"/>
                <a:gd name="connsiteX31" fmla="*/ 326740 w 841010"/>
                <a:gd name="connsiteY31" fmla="*/ 688895 h 1151932"/>
                <a:gd name="connsiteX32" fmla="*/ 416205 w 841010"/>
                <a:gd name="connsiteY32" fmla="*/ 782995 h 1151932"/>
                <a:gd name="connsiteX33" fmla="*/ 402004 w 841010"/>
                <a:gd name="connsiteY33" fmla="*/ 596145 h 1151932"/>
                <a:gd name="connsiteX34" fmla="*/ 436547 w 841010"/>
                <a:gd name="connsiteY34" fmla="*/ 324008 h 1151932"/>
                <a:gd name="connsiteX35" fmla="*/ 480963 w 841010"/>
                <a:gd name="connsiteY35" fmla="*/ 540146 h 1151932"/>
                <a:gd name="connsiteX36" fmla="*/ 469712 w 841010"/>
                <a:gd name="connsiteY36" fmla="*/ 749390 h 1151932"/>
                <a:gd name="connsiteX37" fmla="*/ 576213 w 841010"/>
                <a:gd name="connsiteY37" fmla="*/ 626238 h 1151932"/>
                <a:gd name="connsiteX38" fmla="*/ 512154 w 841010"/>
                <a:gd name="connsiteY38" fmla="*/ 878710 h 1151932"/>
                <a:gd name="connsiteX39" fmla="*/ 677087 w 841010"/>
                <a:gd name="connsiteY39" fmla="*/ 673623 h 1151932"/>
                <a:gd name="connsiteX40" fmla="*/ 590872 w 841010"/>
                <a:gd name="connsiteY40" fmla="*/ 1015567 h 1151932"/>
                <a:gd name="connsiteX41" fmla="*/ 428693 w 841010"/>
                <a:gd name="connsiteY41" fmla="*/ 1152365 h 1151932"/>
                <a:gd name="connsiteX42" fmla="*/ 684562 w 841010"/>
                <a:gd name="connsiteY42" fmla="*/ 993622 h 1151932"/>
                <a:gd name="connsiteX43" fmla="*/ 770598 w 841010"/>
                <a:gd name="connsiteY43" fmla="*/ 912872 h 1151932"/>
                <a:gd name="connsiteX44" fmla="*/ 832360 w 841010"/>
                <a:gd name="connsiteY44" fmla="*/ 717292 h 1151932"/>
                <a:gd name="connsiteX45" fmla="*/ 691766 w 841010"/>
                <a:gd name="connsiteY45" fmla="*/ 879315 h 1151932"/>
                <a:gd name="connsiteX46" fmla="*/ 771215 w 841010"/>
                <a:gd name="connsiteY46" fmla="*/ 735574 h 1151932"/>
                <a:gd name="connsiteX47" fmla="*/ 833013 w 841010"/>
                <a:gd name="connsiteY47" fmla="*/ 417152 h 1151932"/>
                <a:gd name="connsiteX48" fmla="*/ 716772 w 841010"/>
                <a:gd name="connsiteY48" fmla="*/ 638607 h 1151932"/>
                <a:gd name="connsiteX49" fmla="*/ 724634 w 841010"/>
                <a:gd name="connsiteY49" fmla="*/ 502812 h 1151932"/>
                <a:gd name="connsiteX50" fmla="*/ 760060 w 841010"/>
                <a:gd name="connsiteY50" fmla="*/ 302242 h 1151932"/>
                <a:gd name="connsiteX51" fmla="*/ 681155 w 841010"/>
                <a:gd name="connsiteY51" fmla="*/ 472353 h 1151932"/>
                <a:gd name="connsiteX52" fmla="*/ 620408 w 841010"/>
                <a:gd name="connsiteY52" fmla="*/ 506903 h 1151932"/>
                <a:gd name="connsiteX53" fmla="*/ 651459 w 841010"/>
                <a:gd name="connsiteY53" fmla="*/ 312205 h 1151932"/>
                <a:gd name="connsiteX54" fmla="*/ 689059 w 841010"/>
                <a:gd name="connsiteY54" fmla="*/ 66908 h 1151932"/>
                <a:gd name="connsiteX55" fmla="*/ 599678 w 841010"/>
                <a:gd name="connsiteY55" fmla="*/ 232272 h 1151932"/>
                <a:gd name="connsiteX56" fmla="*/ 537940 w 841010"/>
                <a:gd name="connsiteY56" fmla="*/ 123094 h 1151932"/>
                <a:gd name="connsiteX57" fmla="*/ 583875 w 841010"/>
                <a:gd name="connsiteY57" fmla="*/ 320035 h 1151932"/>
                <a:gd name="connsiteX58" fmla="*/ 493355 w 841010"/>
                <a:gd name="connsiteY58" fmla="*/ 376411 h 1151932"/>
                <a:gd name="connsiteX59" fmla="*/ 515482 w 841010"/>
                <a:gd name="connsiteY59" fmla="*/ 263253 h 1151932"/>
                <a:gd name="connsiteX60" fmla="*/ 423059 w 841010"/>
                <a:gd name="connsiteY60" fmla="*/ 169587 h 1151932"/>
                <a:gd name="connsiteX61" fmla="*/ 567198 w 841010"/>
                <a:gd name="connsiteY61" fmla="*/ 6467 h 115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41010" h="1151932">
                  <a:moveTo>
                    <a:pt x="567178" y="6444"/>
                  </a:moveTo>
                  <a:cubicBezTo>
                    <a:pt x="443430" y="-21535"/>
                    <a:pt x="385431" y="52662"/>
                    <a:pt x="366767" y="135618"/>
                  </a:cubicBezTo>
                  <a:cubicBezTo>
                    <a:pt x="355446" y="185962"/>
                    <a:pt x="302259" y="157166"/>
                    <a:pt x="312022" y="118787"/>
                  </a:cubicBezTo>
                  <a:cubicBezTo>
                    <a:pt x="320564" y="85202"/>
                    <a:pt x="316263" y="26777"/>
                    <a:pt x="272396" y="9326"/>
                  </a:cubicBezTo>
                  <a:cubicBezTo>
                    <a:pt x="323128" y="87834"/>
                    <a:pt x="243879" y="150223"/>
                    <a:pt x="330828" y="213334"/>
                  </a:cubicBezTo>
                  <a:cubicBezTo>
                    <a:pt x="396801" y="261214"/>
                    <a:pt x="380243" y="351621"/>
                    <a:pt x="337340" y="378057"/>
                  </a:cubicBezTo>
                  <a:cubicBezTo>
                    <a:pt x="297286" y="402737"/>
                    <a:pt x="260957" y="345132"/>
                    <a:pt x="239119" y="298760"/>
                  </a:cubicBezTo>
                  <a:cubicBezTo>
                    <a:pt x="212363" y="241943"/>
                    <a:pt x="188273" y="219172"/>
                    <a:pt x="220796" y="130868"/>
                  </a:cubicBezTo>
                  <a:cubicBezTo>
                    <a:pt x="175990" y="173462"/>
                    <a:pt x="161838" y="210632"/>
                    <a:pt x="175858" y="260281"/>
                  </a:cubicBezTo>
                  <a:cubicBezTo>
                    <a:pt x="187474" y="301416"/>
                    <a:pt x="227789" y="351115"/>
                    <a:pt x="201731" y="419558"/>
                  </a:cubicBezTo>
                  <a:cubicBezTo>
                    <a:pt x="176080" y="486926"/>
                    <a:pt x="276119" y="494846"/>
                    <a:pt x="257349" y="559410"/>
                  </a:cubicBezTo>
                  <a:cubicBezTo>
                    <a:pt x="235312" y="635205"/>
                    <a:pt x="144911" y="578860"/>
                    <a:pt x="118353" y="500080"/>
                  </a:cubicBezTo>
                  <a:cubicBezTo>
                    <a:pt x="101458" y="449961"/>
                    <a:pt x="186836" y="305036"/>
                    <a:pt x="42398" y="248788"/>
                  </a:cubicBezTo>
                  <a:cubicBezTo>
                    <a:pt x="177461" y="331676"/>
                    <a:pt x="44842" y="444951"/>
                    <a:pt x="52124" y="528519"/>
                  </a:cubicBezTo>
                  <a:cubicBezTo>
                    <a:pt x="64688" y="672707"/>
                    <a:pt x="205322" y="712277"/>
                    <a:pt x="182373" y="761565"/>
                  </a:cubicBezTo>
                  <a:cubicBezTo>
                    <a:pt x="170602" y="786848"/>
                    <a:pt x="125645" y="832506"/>
                    <a:pt x="67810" y="763970"/>
                  </a:cubicBezTo>
                  <a:cubicBezTo>
                    <a:pt x="46440" y="738647"/>
                    <a:pt x="62028" y="644446"/>
                    <a:pt x="-395" y="596406"/>
                  </a:cubicBezTo>
                  <a:cubicBezTo>
                    <a:pt x="50709" y="672479"/>
                    <a:pt x="12032" y="760227"/>
                    <a:pt x="34143" y="817061"/>
                  </a:cubicBezTo>
                  <a:cubicBezTo>
                    <a:pt x="55649" y="872343"/>
                    <a:pt x="67245" y="882816"/>
                    <a:pt x="136213" y="905095"/>
                  </a:cubicBezTo>
                  <a:cubicBezTo>
                    <a:pt x="158562" y="912315"/>
                    <a:pt x="185297" y="918346"/>
                    <a:pt x="187647" y="951494"/>
                  </a:cubicBezTo>
                  <a:cubicBezTo>
                    <a:pt x="192053" y="1013626"/>
                    <a:pt x="53567" y="999786"/>
                    <a:pt x="49528" y="902087"/>
                  </a:cubicBezTo>
                  <a:cubicBezTo>
                    <a:pt x="25562" y="1050812"/>
                    <a:pt x="150832" y="1006669"/>
                    <a:pt x="201872" y="1095019"/>
                  </a:cubicBezTo>
                  <a:cubicBezTo>
                    <a:pt x="219208" y="1125027"/>
                    <a:pt x="282958" y="1142750"/>
                    <a:pt x="348427" y="1150348"/>
                  </a:cubicBezTo>
                  <a:cubicBezTo>
                    <a:pt x="260852" y="1107014"/>
                    <a:pt x="232779" y="1051480"/>
                    <a:pt x="226264" y="968945"/>
                  </a:cubicBezTo>
                  <a:cubicBezTo>
                    <a:pt x="221348" y="906674"/>
                    <a:pt x="270403" y="876109"/>
                    <a:pt x="232147" y="744853"/>
                  </a:cubicBezTo>
                  <a:cubicBezTo>
                    <a:pt x="286561" y="834044"/>
                    <a:pt x="260584" y="876686"/>
                    <a:pt x="278806" y="929473"/>
                  </a:cubicBezTo>
                  <a:cubicBezTo>
                    <a:pt x="307393" y="1012279"/>
                    <a:pt x="330997" y="940367"/>
                    <a:pt x="330997" y="940367"/>
                  </a:cubicBezTo>
                  <a:cubicBezTo>
                    <a:pt x="330997" y="940367"/>
                    <a:pt x="339164" y="1024509"/>
                    <a:pt x="368553" y="1005921"/>
                  </a:cubicBezTo>
                  <a:cubicBezTo>
                    <a:pt x="410858" y="979165"/>
                    <a:pt x="347845" y="912428"/>
                    <a:pt x="340085" y="885486"/>
                  </a:cubicBezTo>
                  <a:cubicBezTo>
                    <a:pt x="324302" y="830681"/>
                    <a:pt x="311438" y="808568"/>
                    <a:pt x="287510" y="705943"/>
                  </a:cubicBezTo>
                  <a:cubicBezTo>
                    <a:pt x="267489" y="620071"/>
                    <a:pt x="369145" y="521848"/>
                    <a:pt x="346442" y="462424"/>
                  </a:cubicBezTo>
                  <a:cubicBezTo>
                    <a:pt x="403809" y="516032"/>
                    <a:pt x="311962" y="613653"/>
                    <a:pt x="326740" y="688895"/>
                  </a:cubicBezTo>
                  <a:cubicBezTo>
                    <a:pt x="342890" y="771126"/>
                    <a:pt x="376099" y="823511"/>
                    <a:pt x="416205" y="782995"/>
                  </a:cubicBezTo>
                  <a:cubicBezTo>
                    <a:pt x="443357" y="755567"/>
                    <a:pt x="358680" y="688298"/>
                    <a:pt x="402004" y="596145"/>
                  </a:cubicBezTo>
                  <a:cubicBezTo>
                    <a:pt x="446159" y="502225"/>
                    <a:pt x="404315" y="364238"/>
                    <a:pt x="436547" y="324008"/>
                  </a:cubicBezTo>
                  <a:cubicBezTo>
                    <a:pt x="418138" y="427590"/>
                    <a:pt x="449681" y="473680"/>
                    <a:pt x="480963" y="540146"/>
                  </a:cubicBezTo>
                  <a:cubicBezTo>
                    <a:pt x="509710" y="601219"/>
                    <a:pt x="432232" y="718939"/>
                    <a:pt x="469712" y="749390"/>
                  </a:cubicBezTo>
                  <a:cubicBezTo>
                    <a:pt x="507192" y="779843"/>
                    <a:pt x="562183" y="712168"/>
                    <a:pt x="576213" y="626238"/>
                  </a:cubicBezTo>
                  <a:cubicBezTo>
                    <a:pt x="578349" y="741588"/>
                    <a:pt x="472038" y="847253"/>
                    <a:pt x="512154" y="878710"/>
                  </a:cubicBezTo>
                  <a:cubicBezTo>
                    <a:pt x="590334" y="939988"/>
                    <a:pt x="587101" y="736650"/>
                    <a:pt x="677087" y="673623"/>
                  </a:cubicBezTo>
                  <a:cubicBezTo>
                    <a:pt x="585376" y="791906"/>
                    <a:pt x="654344" y="892120"/>
                    <a:pt x="590872" y="1015567"/>
                  </a:cubicBezTo>
                  <a:cubicBezTo>
                    <a:pt x="557796" y="1079919"/>
                    <a:pt x="468903" y="1129822"/>
                    <a:pt x="428693" y="1152365"/>
                  </a:cubicBezTo>
                  <a:cubicBezTo>
                    <a:pt x="643353" y="1150072"/>
                    <a:pt x="626053" y="1131151"/>
                    <a:pt x="684562" y="993622"/>
                  </a:cubicBezTo>
                  <a:cubicBezTo>
                    <a:pt x="699001" y="959675"/>
                    <a:pt x="741304" y="944011"/>
                    <a:pt x="770598" y="912872"/>
                  </a:cubicBezTo>
                  <a:cubicBezTo>
                    <a:pt x="812720" y="868097"/>
                    <a:pt x="786976" y="806921"/>
                    <a:pt x="832360" y="717292"/>
                  </a:cubicBezTo>
                  <a:cubicBezTo>
                    <a:pt x="757208" y="789212"/>
                    <a:pt x="748490" y="922859"/>
                    <a:pt x="691766" y="879315"/>
                  </a:cubicBezTo>
                  <a:cubicBezTo>
                    <a:pt x="674411" y="865994"/>
                    <a:pt x="731847" y="815377"/>
                    <a:pt x="771215" y="735574"/>
                  </a:cubicBezTo>
                  <a:cubicBezTo>
                    <a:pt x="821288" y="634076"/>
                    <a:pt x="856891" y="493975"/>
                    <a:pt x="833013" y="417152"/>
                  </a:cubicBezTo>
                  <a:cubicBezTo>
                    <a:pt x="833338" y="545570"/>
                    <a:pt x="742015" y="655414"/>
                    <a:pt x="716772" y="638607"/>
                  </a:cubicBezTo>
                  <a:cubicBezTo>
                    <a:pt x="676026" y="611473"/>
                    <a:pt x="716988" y="565258"/>
                    <a:pt x="724634" y="502812"/>
                  </a:cubicBezTo>
                  <a:cubicBezTo>
                    <a:pt x="730383" y="455859"/>
                    <a:pt x="830543" y="372426"/>
                    <a:pt x="760060" y="302242"/>
                  </a:cubicBezTo>
                  <a:cubicBezTo>
                    <a:pt x="794087" y="384646"/>
                    <a:pt x="701709" y="403646"/>
                    <a:pt x="681155" y="472353"/>
                  </a:cubicBezTo>
                  <a:cubicBezTo>
                    <a:pt x="673701" y="497268"/>
                    <a:pt x="654800" y="540844"/>
                    <a:pt x="620408" y="506903"/>
                  </a:cubicBezTo>
                  <a:cubicBezTo>
                    <a:pt x="593952" y="480793"/>
                    <a:pt x="656549" y="459499"/>
                    <a:pt x="651459" y="312205"/>
                  </a:cubicBezTo>
                  <a:cubicBezTo>
                    <a:pt x="649227" y="247613"/>
                    <a:pt x="769849" y="198304"/>
                    <a:pt x="689059" y="66908"/>
                  </a:cubicBezTo>
                  <a:cubicBezTo>
                    <a:pt x="718853" y="148517"/>
                    <a:pt x="642985" y="240634"/>
                    <a:pt x="599678" y="232272"/>
                  </a:cubicBezTo>
                  <a:cubicBezTo>
                    <a:pt x="553592" y="223374"/>
                    <a:pt x="548718" y="156333"/>
                    <a:pt x="537940" y="123094"/>
                  </a:cubicBezTo>
                  <a:cubicBezTo>
                    <a:pt x="542534" y="185937"/>
                    <a:pt x="531689" y="224674"/>
                    <a:pt x="583875" y="320035"/>
                  </a:cubicBezTo>
                  <a:cubicBezTo>
                    <a:pt x="605481" y="359515"/>
                    <a:pt x="520932" y="428690"/>
                    <a:pt x="493355" y="376411"/>
                  </a:cubicBezTo>
                  <a:cubicBezTo>
                    <a:pt x="466919" y="326298"/>
                    <a:pt x="530467" y="308114"/>
                    <a:pt x="515482" y="263253"/>
                  </a:cubicBezTo>
                  <a:cubicBezTo>
                    <a:pt x="496062" y="205113"/>
                    <a:pt x="433809" y="254806"/>
                    <a:pt x="423059" y="169587"/>
                  </a:cubicBezTo>
                  <a:cubicBezTo>
                    <a:pt x="411805" y="80368"/>
                    <a:pt x="439455" y="13614"/>
                    <a:pt x="567198" y="6467"/>
                  </a:cubicBezTo>
                  <a:close/>
                </a:path>
              </a:pathLst>
            </a:custGeom>
            <a:solidFill>
              <a:srgbClr val="FF00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DB9759-D720-C892-EF50-A095BBAFA788}"/>
                </a:ext>
              </a:extLst>
            </p:cNvPr>
            <p:cNvSpPr/>
            <p:nvPr/>
          </p:nvSpPr>
          <p:spPr>
            <a:xfrm>
              <a:off x="3929404" y="5400208"/>
              <a:ext cx="511615" cy="906742"/>
            </a:xfrm>
            <a:custGeom>
              <a:avLst/>
              <a:gdLst>
                <a:gd name="connsiteX0" fmla="*/ 238841 w 511615"/>
                <a:gd name="connsiteY0" fmla="*/ -9 h 906742"/>
                <a:gd name="connsiteX1" fmla="*/ 199681 w 511615"/>
                <a:gd name="connsiteY1" fmla="*/ 298204 h 906742"/>
                <a:gd name="connsiteX2" fmla="*/ 215756 w 511615"/>
                <a:gd name="connsiteY2" fmla="*/ 502985 h 906742"/>
                <a:gd name="connsiteX3" fmla="*/ 114348 w 511615"/>
                <a:gd name="connsiteY3" fmla="*/ 399841 h 906742"/>
                <a:gd name="connsiteX4" fmla="*/ 136655 w 511615"/>
                <a:gd name="connsiteY4" fmla="*/ 151673 h 906742"/>
                <a:gd name="connsiteX5" fmla="*/ 69875 w 511615"/>
                <a:gd name="connsiteY5" fmla="*/ 418523 h 906742"/>
                <a:gd name="connsiteX6" fmla="*/ 129501 w 511615"/>
                <a:gd name="connsiteY6" fmla="*/ 615296 h 906742"/>
                <a:gd name="connsiteX7" fmla="*/ 161722 w 511615"/>
                <a:gd name="connsiteY7" fmla="*/ 747322 h 906742"/>
                <a:gd name="connsiteX8" fmla="*/ 119163 w 511615"/>
                <a:gd name="connsiteY8" fmla="*/ 675458 h 906742"/>
                <a:gd name="connsiteX9" fmla="*/ 59961 w 511615"/>
                <a:gd name="connsiteY9" fmla="*/ 663480 h 906742"/>
                <a:gd name="connsiteX10" fmla="*/ 7060 w 511615"/>
                <a:gd name="connsiteY10" fmla="*/ 461164 h 906742"/>
                <a:gd name="connsiteX11" fmla="*/ 404 w 511615"/>
                <a:gd name="connsiteY11" fmla="*/ 706813 h 906742"/>
                <a:gd name="connsiteX12" fmla="*/ 97633 w 511615"/>
                <a:gd name="connsiteY12" fmla="*/ 882573 h 906742"/>
                <a:gd name="connsiteX13" fmla="*/ 135521 w 511615"/>
                <a:gd name="connsiteY13" fmla="*/ 900916 h 906742"/>
                <a:gd name="connsiteX14" fmla="*/ 231830 w 511615"/>
                <a:gd name="connsiteY14" fmla="*/ 906734 h 906742"/>
                <a:gd name="connsiteX15" fmla="*/ 413826 w 511615"/>
                <a:gd name="connsiteY15" fmla="*/ 757870 h 906742"/>
                <a:gd name="connsiteX16" fmla="*/ 511622 w 511615"/>
                <a:gd name="connsiteY16" fmla="*/ 383155 h 906742"/>
                <a:gd name="connsiteX17" fmla="*/ 324598 w 511615"/>
                <a:gd name="connsiteY17" fmla="*/ 607910 h 906742"/>
                <a:gd name="connsiteX18" fmla="*/ 397184 w 511615"/>
                <a:gd name="connsiteY18" fmla="*/ 331204 h 906742"/>
                <a:gd name="connsiteX19" fmla="*/ 276443 w 511615"/>
                <a:gd name="connsiteY19" fmla="*/ 466173 h 906742"/>
                <a:gd name="connsiteX20" fmla="*/ 289190 w 511615"/>
                <a:gd name="connsiteY20" fmla="*/ 236885 h 906742"/>
                <a:gd name="connsiteX21" fmla="*/ 238839 w 511615"/>
                <a:gd name="connsiteY21" fmla="*/ -3 h 90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1615" h="906742">
                  <a:moveTo>
                    <a:pt x="238841" y="-9"/>
                  </a:moveTo>
                  <a:cubicBezTo>
                    <a:pt x="202294" y="44073"/>
                    <a:pt x="249747" y="195271"/>
                    <a:pt x="199681" y="298204"/>
                  </a:cubicBezTo>
                  <a:cubicBezTo>
                    <a:pt x="150556" y="399195"/>
                    <a:pt x="246542" y="472927"/>
                    <a:pt x="215756" y="502985"/>
                  </a:cubicBezTo>
                  <a:cubicBezTo>
                    <a:pt x="170280" y="547386"/>
                    <a:pt x="132660" y="489959"/>
                    <a:pt x="114348" y="399841"/>
                  </a:cubicBezTo>
                  <a:cubicBezTo>
                    <a:pt x="97590" y="317377"/>
                    <a:pt x="201704" y="210418"/>
                    <a:pt x="136655" y="151673"/>
                  </a:cubicBezTo>
                  <a:cubicBezTo>
                    <a:pt x="162398" y="216798"/>
                    <a:pt x="47173" y="324425"/>
                    <a:pt x="69875" y="418523"/>
                  </a:cubicBezTo>
                  <a:cubicBezTo>
                    <a:pt x="97007" y="530992"/>
                    <a:pt x="111605" y="555235"/>
                    <a:pt x="129501" y="615296"/>
                  </a:cubicBezTo>
                  <a:cubicBezTo>
                    <a:pt x="138298" y="644822"/>
                    <a:pt x="209689" y="718002"/>
                    <a:pt x="161722" y="747322"/>
                  </a:cubicBezTo>
                  <a:cubicBezTo>
                    <a:pt x="128397" y="767692"/>
                    <a:pt x="119163" y="675458"/>
                    <a:pt x="119163" y="675458"/>
                  </a:cubicBezTo>
                  <a:cubicBezTo>
                    <a:pt x="119163" y="675458"/>
                    <a:pt x="92375" y="754227"/>
                    <a:pt x="59961" y="663480"/>
                  </a:cubicBezTo>
                  <a:cubicBezTo>
                    <a:pt x="39298" y="605634"/>
                    <a:pt x="68761" y="558909"/>
                    <a:pt x="7060" y="461164"/>
                  </a:cubicBezTo>
                  <a:cubicBezTo>
                    <a:pt x="50438" y="605009"/>
                    <a:pt x="-5170" y="638561"/>
                    <a:pt x="404" y="706813"/>
                  </a:cubicBezTo>
                  <a:cubicBezTo>
                    <a:pt x="6652" y="783306"/>
                    <a:pt x="30396" y="838595"/>
                    <a:pt x="97633" y="882573"/>
                  </a:cubicBezTo>
                  <a:lnTo>
                    <a:pt x="135521" y="900916"/>
                  </a:lnTo>
                  <a:lnTo>
                    <a:pt x="231830" y="906734"/>
                  </a:lnTo>
                  <a:cubicBezTo>
                    <a:pt x="278172" y="881617"/>
                    <a:pt x="376777" y="827517"/>
                    <a:pt x="413826" y="757870"/>
                  </a:cubicBezTo>
                  <a:cubicBezTo>
                    <a:pt x="485800" y="622577"/>
                    <a:pt x="407604" y="512769"/>
                    <a:pt x="511622" y="383155"/>
                  </a:cubicBezTo>
                  <a:cubicBezTo>
                    <a:pt x="409584" y="452235"/>
                    <a:pt x="413244" y="675082"/>
                    <a:pt x="324598" y="607910"/>
                  </a:cubicBezTo>
                  <a:cubicBezTo>
                    <a:pt x="279110" y="573450"/>
                    <a:pt x="399606" y="457610"/>
                    <a:pt x="397184" y="331204"/>
                  </a:cubicBezTo>
                  <a:cubicBezTo>
                    <a:pt x="381276" y="425375"/>
                    <a:pt x="318942" y="499547"/>
                    <a:pt x="276443" y="466173"/>
                  </a:cubicBezTo>
                  <a:cubicBezTo>
                    <a:pt x="233944" y="432800"/>
                    <a:pt x="321786" y="303818"/>
                    <a:pt x="289190" y="236885"/>
                  </a:cubicBezTo>
                  <a:cubicBezTo>
                    <a:pt x="253719" y="164055"/>
                    <a:pt x="217966" y="113522"/>
                    <a:pt x="238839" y="-3"/>
                  </a:cubicBezTo>
                  <a:close/>
                </a:path>
              </a:pathLst>
            </a:custGeom>
            <a:solidFill>
              <a:srgbClr val="000000">
                <a:alpha val="22000"/>
              </a:srgbClr>
            </a:solidFill>
            <a:ln w="2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25BA81B-9B75-3FB9-22D1-27B424E7D5FA}"/>
                </a:ext>
              </a:extLst>
            </p:cNvPr>
            <p:cNvSpPr/>
            <p:nvPr/>
          </p:nvSpPr>
          <p:spPr>
            <a:xfrm>
              <a:off x="3947179" y="5456945"/>
              <a:ext cx="451200" cy="827408"/>
            </a:xfrm>
            <a:custGeom>
              <a:avLst/>
              <a:gdLst>
                <a:gd name="connsiteX0" fmla="*/ 210630 w 451200"/>
                <a:gd name="connsiteY0" fmla="*/ 0 h 827408"/>
                <a:gd name="connsiteX1" fmla="*/ 176093 w 451200"/>
                <a:gd name="connsiteY1" fmla="*/ 272117 h 827408"/>
                <a:gd name="connsiteX2" fmla="*/ 190270 w 451200"/>
                <a:gd name="connsiteY2" fmla="*/ 458977 h 827408"/>
                <a:gd name="connsiteX3" fmla="*/ 100837 w 451200"/>
                <a:gd name="connsiteY3" fmla="*/ 364860 h 827408"/>
                <a:gd name="connsiteX4" fmla="*/ 120510 w 451200"/>
                <a:gd name="connsiteY4" fmla="*/ 138409 h 827408"/>
                <a:gd name="connsiteX5" fmla="*/ 53398 w 451200"/>
                <a:gd name="connsiteY5" fmla="*/ 378150 h 827408"/>
                <a:gd name="connsiteX6" fmla="*/ 106209 w 451200"/>
                <a:gd name="connsiteY6" fmla="*/ 553481 h 827408"/>
                <a:gd name="connsiteX7" fmla="*/ 138622 w 451200"/>
                <a:gd name="connsiteY7" fmla="*/ 673953 h 827408"/>
                <a:gd name="connsiteX8" fmla="*/ 105085 w 451200"/>
                <a:gd name="connsiteY8" fmla="*/ 616372 h 827408"/>
                <a:gd name="connsiteX9" fmla="*/ 52874 w 451200"/>
                <a:gd name="connsiteY9" fmla="*/ 605442 h 827408"/>
                <a:gd name="connsiteX10" fmla="*/ 6221 w 451200"/>
                <a:gd name="connsiteY10" fmla="*/ 420830 h 827408"/>
                <a:gd name="connsiteX11" fmla="*/ 351 w 451200"/>
                <a:gd name="connsiteY11" fmla="*/ 644983 h 827408"/>
                <a:gd name="connsiteX12" fmla="*/ 86099 w 451200"/>
                <a:gd name="connsiteY12" fmla="*/ 805363 h 827408"/>
                <a:gd name="connsiteX13" fmla="*/ 119512 w 451200"/>
                <a:gd name="connsiteY13" fmla="*/ 822100 h 827408"/>
                <a:gd name="connsiteX14" fmla="*/ 204448 w 451200"/>
                <a:gd name="connsiteY14" fmla="*/ 827409 h 827408"/>
                <a:gd name="connsiteX15" fmla="*/ 364953 w 451200"/>
                <a:gd name="connsiteY15" fmla="*/ 691572 h 827408"/>
                <a:gd name="connsiteX16" fmla="*/ 451200 w 451200"/>
                <a:gd name="connsiteY16" fmla="*/ 349648 h 827408"/>
                <a:gd name="connsiteX17" fmla="*/ 286261 w 451200"/>
                <a:gd name="connsiteY17" fmla="*/ 554735 h 827408"/>
                <a:gd name="connsiteX18" fmla="*/ 350276 w 451200"/>
                <a:gd name="connsiteY18" fmla="*/ 302243 h 827408"/>
                <a:gd name="connsiteX19" fmla="*/ 243793 w 451200"/>
                <a:gd name="connsiteY19" fmla="*/ 425401 h 827408"/>
                <a:gd name="connsiteX20" fmla="*/ 255035 w 451200"/>
                <a:gd name="connsiteY20" fmla="*/ 216177 h 827408"/>
                <a:gd name="connsiteX21" fmla="*/ 210630 w 451200"/>
                <a:gd name="connsiteY21" fmla="*/ 19 h 82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1200" h="827408">
                  <a:moveTo>
                    <a:pt x="210630" y="0"/>
                  </a:moveTo>
                  <a:cubicBezTo>
                    <a:pt x="178398" y="40224"/>
                    <a:pt x="220247" y="178191"/>
                    <a:pt x="176093" y="272117"/>
                  </a:cubicBezTo>
                  <a:cubicBezTo>
                    <a:pt x="132770" y="364270"/>
                    <a:pt x="217420" y="431550"/>
                    <a:pt x="190270" y="458977"/>
                  </a:cubicBezTo>
                  <a:cubicBezTo>
                    <a:pt x="150164" y="499493"/>
                    <a:pt x="116987" y="447091"/>
                    <a:pt x="100837" y="364860"/>
                  </a:cubicBezTo>
                  <a:cubicBezTo>
                    <a:pt x="86058" y="289612"/>
                    <a:pt x="177878" y="192013"/>
                    <a:pt x="120510" y="138409"/>
                  </a:cubicBezTo>
                  <a:cubicBezTo>
                    <a:pt x="140399" y="203462"/>
                    <a:pt x="52059" y="285559"/>
                    <a:pt x="53398" y="378150"/>
                  </a:cubicBezTo>
                  <a:cubicBezTo>
                    <a:pt x="54593" y="460882"/>
                    <a:pt x="76353" y="497269"/>
                    <a:pt x="106209" y="553481"/>
                  </a:cubicBezTo>
                  <a:cubicBezTo>
                    <a:pt x="119360" y="578242"/>
                    <a:pt x="180925" y="647199"/>
                    <a:pt x="138622" y="673953"/>
                  </a:cubicBezTo>
                  <a:cubicBezTo>
                    <a:pt x="109232" y="692540"/>
                    <a:pt x="105085" y="616372"/>
                    <a:pt x="105085" y="616372"/>
                  </a:cubicBezTo>
                  <a:cubicBezTo>
                    <a:pt x="105085" y="616372"/>
                    <a:pt x="81461" y="688248"/>
                    <a:pt x="52874" y="605442"/>
                  </a:cubicBezTo>
                  <a:cubicBezTo>
                    <a:pt x="34652" y="552658"/>
                    <a:pt x="60635" y="510022"/>
                    <a:pt x="6221" y="420830"/>
                  </a:cubicBezTo>
                  <a:cubicBezTo>
                    <a:pt x="44477" y="552088"/>
                    <a:pt x="-4565" y="582703"/>
                    <a:pt x="351" y="644983"/>
                  </a:cubicBezTo>
                  <a:cubicBezTo>
                    <a:pt x="5861" y="714783"/>
                    <a:pt x="26801" y="765233"/>
                    <a:pt x="86099" y="805363"/>
                  </a:cubicBezTo>
                  <a:lnTo>
                    <a:pt x="119512" y="822100"/>
                  </a:lnTo>
                  <a:lnTo>
                    <a:pt x="204448" y="827409"/>
                  </a:lnTo>
                  <a:cubicBezTo>
                    <a:pt x="245318" y="804490"/>
                    <a:pt x="332279" y="755125"/>
                    <a:pt x="364953" y="691572"/>
                  </a:cubicBezTo>
                  <a:cubicBezTo>
                    <a:pt x="428427" y="568119"/>
                    <a:pt x="359466" y="467919"/>
                    <a:pt x="451200" y="349648"/>
                  </a:cubicBezTo>
                  <a:cubicBezTo>
                    <a:pt x="361211" y="412683"/>
                    <a:pt x="364439" y="616029"/>
                    <a:pt x="286261" y="554735"/>
                  </a:cubicBezTo>
                  <a:cubicBezTo>
                    <a:pt x="246145" y="523290"/>
                    <a:pt x="352412" y="417587"/>
                    <a:pt x="350276" y="302243"/>
                  </a:cubicBezTo>
                  <a:cubicBezTo>
                    <a:pt x="336247" y="388173"/>
                    <a:pt x="281273" y="455854"/>
                    <a:pt x="243793" y="425401"/>
                  </a:cubicBezTo>
                  <a:cubicBezTo>
                    <a:pt x="206313" y="394948"/>
                    <a:pt x="283781" y="277254"/>
                    <a:pt x="255035" y="216177"/>
                  </a:cubicBezTo>
                  <a:cubicBezTo>
                    <a:pt x="223752" y="149721"/>
                    <a:pt x="192221" y="103609"/>
                    <a:pt x="210630" y="19"/>
                  </a:cubicBezTo>
                  <a:close/>
                </a:path>
              </a:pathLst>
            </a:custGeom>
            <a:solidFill>
              <a:srgbClr val="FF7D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507CB46-F2A2-7436-6F4C-414F7099EF44}"/>
              </a:ext>
            </a:extLst>
          </p:cNvPr>
          <p:cNvSpPr/>
          <p:nvPr/>
        </p:nvSpPr>
        <p:spPr>
          <a:xfrm rot="5400000">
            <a:off x="3425344" y="2983191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FB6716-0B00-0CF8-40C2-98FB7D9936CA}"/>
              </a:ext>
            </a:extLst>
          </p:cNvPr>
          <p:cNvSpPr/>
          <p:nvPr/>
        </p:nvSpPr>
        <p:spPr>
          <a:xfrm rot="5400000">
            <a:off x="3812169" y="2408426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B828EE-4615-7FD4-3DE5-F3995FC713DC}"/>
              </a:ext>
            </a:extLst>
          </p:cNvPr>
          <p:cNvSpPr txBox="1"/>
          <p:nvPr/>
        </p:nvSpPr>
        <p:spPr>
          <a:xfrm>
            <a:off x="4097279" y="3126529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0F22CB1F-095E-DFAB-04CC-121A6B903A28}"/>
              </a:ext>
            </a:extLst>
          </p:cNvPr>
          <p:cNvSpPr/>
          <p:nvPr/>
        </p:nvSpPr>
        <p:spPr>
          <a:xfrm rot="5400000">
            <a:off x="6175971" y="3095184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11E7C7-B415-5D88-0DB9-7CFA59FAFB3F}"/>
              </a:ext>
            </a:extLst>
          </p:cNvPr>
          <p:cNvSpPr/>
          <p:nvPr/>
        </p:nvSpPr>
        <p:spPr>
          <a:xfrm>
            <a:off x="7268961" y="2743491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13FA6294-FDA6-AE1C-E051-09EA1E316C35}"/>
              </a:ext>
            </a:extLst>
          </p:cNvPr>
          <p:cNvSpPr/>
          <p:nvPr/>
        </p:nvSpPr>
        <p:spPr>
          <a:xfrm rot="5400000">
            <a:off x="7697066" y="3095184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23386A-5AF4-F679-745D-EAB378466162}"/>
              </a:ext>
            </a:extLst>
          </p:cNvPr>
          <p:cNvSpPr txBox="1"/>
          <p:nvPr/>
        </p:nvSpPr>
        <p:spPr>
          <a:xfrm>
            <a:off x="7199451" y="3234255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4E5A2ACC-34BC-B117-44B9-F989D3B75933}"/>
              </a:ext>
            </a:extLst>
          </p:cNvPr>
          <p:cNvSpPr/>
          <p:nvPr/>
        </p:nvSpPr>
        <p:spPr>
          <a:xfrm rot="5400000">
            <a:off x="8728136" y="3095184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4AC9A2F-D930-8C5F-2E89-D52C694E4784}"/>
              </a:ext>
            </a:extLst>
          </p:cNvPr>
          <p:cNvSpPr/>
          <p:nvPr/>
        </p:nvSpPr>
        <p:spPr>
          <a:xfrm>
            <a:off x="3620425" y="2118765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1812215-1B77-A677-E7C2-A40C19CF4002}"/>
              </a:ext>
            </a:extLst>
          </p:cNvPr>
          <p:cNvSpPr/>
          <p:nvPr/>
        </p:nvSpPr>
        <p:spPr>
          <a:xfrm rot="10800000">
            <a:off x="3620425" y="4190788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DDCD5A9-5D40-5114-2B20-661555FF5C2A}"/>
              </a:ext>
            </a:extLst>
          </p:cNvPr>
          <p:cNvCxnSpPr>
            <a:cxnSpLocks/>
          </p:cNvCxnSpPr>
          <p:nvPr/>
        </p:nvCxnSpPr>
        <p:spPr>
          <a:xfrm>
            <a:off x="3620425" y="3388139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49C37E1-F97F-3EE5-5615-828032734C18}"/>
              </a:ext>
            </a:extLst>
          </p:cNvPr>
          <p:cNvSpPr/>
          <p:nvPr/>
        </p:nvSpPr>
        <p:spPr>
          <a:xfrm>
            <a:off x="5484559" y="3280711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24731D8-2CEA-9583-C062-DCDD8EF7C2BF}"/>
              </a:ext>
            </a:extLst>
          </p:cNvPr>
          <p:cNvSpPr/>
          <p:nvPr/>
        </p:nvSpPr>
        <p:spPr>
          <a:xfrm>
            <a:off x="6584022" y="3280711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F4D076E-B728-FFB1-9C0A-2C6F660F7EBF}"/>
              </a:ext>
            </a:extLst>
          </p:cNvPr>
          <p:cNvCxnSpPr>
            <a:cxnSpLocks/>
          </p:cNvCxnSpPr>
          <p:nvPr/>
        </p:nvCxnSpPr>
        <p:spPr>
          <a:xfrm>
            <a:off x="5667439" y="3374172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0A6507-E0C6-5B3F-FEDD-42EF1816DABA}"/>
              </a:ext>
            </a:extLst>
          </p:cNvPr>
          <p:cNvCxnSpPr>
            <a:cxnSpLocks/>
          </p:cNvCxnSpPr>
          <p:nvPr/>
        </p:nvCxnSpPr>
        <p:spPr>
          <a:xfrm flipH="1">
            <a:off x="6207332" y="3374172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C23CFC-BA43-A65E-35E1-D749F5D75DB4}"/>
              </a:ext>
            </a:extLst>
          </p:cNvPr>
          <p:cNvCxnSpPr>
            <a:cxnSpLocks/>
          </p:cNvCxnSpPr>
          <p:nvPr/>
        </p:nvCxnSpPr>
        <p:spPr>
          <a:xfrm>
            <a:off x="6033199" y="3237012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CA6458-CDBE-4431-A055-CB7767969269}"/>
              </a:ext>
            </a:extLst>
          </p:cNvPr>
          <p:cNvCxnSpPr>
            <a:cxnSpLocks/>
          </p:cNvCxnSpPr>
          <p:nvPr/>
        </p:nvCxnSpPr>
        <p:spPr>
          <a:xfrm>
            <a:off x="6201930" y="3237012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9A96EA25-D8DE-4AC8-6876-81D7FCE08F60}"/>
              </a:ext>
            </a:extLst>
          </p:cNvPr>
          <p:cNvSpPr/>
          <p:nvPr/>
        </p:nvSpPr>
        <p:spPr>
          <a:xfrm rot="5400000">
            <a:off x="6060374" y="3034758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C9510003-0B19-58D5-7495-BF16CA675C0A}"/>
              </a:ext>
            </a:extLst>
          </p:cNvPr>
          <p:cNvSpPr/>
          <p:nvPr/>
        </p:nvSpPr>
        <p:spPr>
          <a:xfrm rot="16200000">
            <a:off x="6065815" y="3323869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C5B716-4DEE-2EA8-F153-B565194F5B0E}"/>
              </a:ext>
            </a:extLst>
          </p:cNvPr>
          <p:cNvSpPr txBox="1"/>
          <p:nvPr/>
        </p:nvSpPr>
        <p:spPr>
          <a:xfrm>
            <a:off x="7199451" y="3237118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3B721-64F7-7CAA-D91B-36C3BD8B18A6}"/>
              </a:ext>
            </a:extLst>
          </p:cNvPr>
          <p:cNvSpPr txBox="1"/>
          <p:nvPr/>
        </p:nvSpPr>
        <p:spPr>
          <a:xfrm>
            <a:off x="7550586" y="1439810"/>
            <a:ext cx="3735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Receiver</a:t>
            </a:r>
            <a:r>
              <a:rPr lang="en-US" dirty="0"/>
              <a:t> – vibration on important components in the payload</a:t>
            </a:r>
            <a:endParaRPr lang="en-US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C94AC44-3045-890B-B828-1C8903275196}"/>
              </a:ext>
            </a:extLst>
          </p:cNvPr>
          <p:cNvCxnSpPr>
            <a:cxnSpLocks/>
          </p:cNvCxnSpPr>
          <p:nvPr/>
        </p:nvCxnSpPr>
        <p:spPr>
          <a:xfrm>
            <a:off x="7862083" y="2086141"/>
            <a:ext cx="396111" cy="10930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6040EA75-9502-9C84-835D-599DFE0DAD71}"/>
              </a:ext>
            </a:extLst>
          </p:cNvPr>
          <p:cNvSpPr/>
          <p:nvPr/>
        </p:nvSpPr>
        <p:spPr>
          <a:xfrm>
            <a:off x="6901494" y="3701960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B2CB4750-C050-7BC8-EFF5-689A69980669}"/>
              </a:ext>
            </a:extLst>
          </p:cNvPr>
          <p:cNvSpPr/>
          <p:nvPr/>
        </p:nvSpPr>
        <p:spPr>
          <a:xfrm>
            <a:off x="6863490" y="366538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6A762C09-71AB-7D13-2869-6FB0B69F955D}"/>
              </a:ext>
            </a:extLst>
          </p:cNvPr>
          <p:cNvSpPr/>
          <p:nvPr/>
        </p:nvSpPr>
        <p:spPr>
          <a:xfrm>
            <a:off x="6819198" y="361966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CDC886B9-139B-2D7E-B212-ECD30B44F046}"/>
              </a:ext>
            </a:extLst>
          </p:cNvPr>
          <p:cNvSpPr/>
          <p:nvPr/>
        </p:nvSpPr>
        <p:spPr>
          <a:xfrm>
            <a:off x="6773478" y="357394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B425F158-1200-D4E8-EFAB-AEAD90E157AB}"/>
              </a:ext>
            </a:extLst>
          </p:cNvPr>
          <p:cNvSpPr/>
          <p:nvPr/>
        </p:nvSpPr>
        <p:spPr>
          <a:xfrm rot="10800000">
            <a:off x="6863490" y="366538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2A05F927-0714-FA33-30D1-16CDD9F25B9E}"/>
              </a:ext>
            </a:extLst>
          </p:cNvPr>
          <p:cNvSpPr/>
          <p:nvPr/>
        </p:nvSpPr>
        <p:spPr>
          <a:xfrm rot="10800000">
            <a:off x="6819198" y="361966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01C13E61-EFB3-5F1E-8C47-001EF8609008}"/>
              </a:ext>
            </a:extLst>
          </p:cNvPr>
          <p:cNvSpPr/>
          <p:nvPr/>
        </p:nvSpPr>
        <p:spPr>
          <a:xfrm rot="10800000">
            <a:off x="6773478" y="357394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973E1A6-6644-E8F7-5752-BD73D4CB14AF}"/>
              </a:ext>
            </a:extLst>
          </p:cNvPr>
          <p:cNvSpPr/>
          <p:nvPr/>
        </p:nvSpPr>
        <p:spPr>
          <a:xfrm>
            <a:off x="7624339" y="2941430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0608C94F-5463-29B0-EF9C-BC9DFEFC383C}"/>
              </a:ext>
            </a:extLst>
          </p:cNvPr>
          <p:cNvSpPr/>
          <p:nvPr/>
        </p:nvSpPr>
        <p:spPr>
          <a:xfrm>
            <a:off x="7586335" y="290485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FC977FA2-B88B-CAB9-897E-0171F383272E}"/>
              </a:ext>
            </a:extLst>
          </p:cNvPr>
          <p:cNvSpPr/>
          <p:nvPr/>
        </p:nvSpPr>
        <p:spPr>
          <a:xfrm>
            <a:off x="7542043" y="285913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B16659E1-2D2C-F768-8F90-7EC149F0CDAC}"/>
              </a:ext>
            </a:extLst>
          </p:cNvPr>
          <p:cNvSpPr/>
          <p:nvPr/>
        </p:nvSpPr>
        <p:spPr>
          <a:xfrm>
            <a:off x="7496323" y="281341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E68B9DF3-67C9-6793-9C28-CE41E0173C87}"/>
              </a:ext>
            </a:extLst>
          </p:cNvPr>
          <p:cNvSpPr/>
          <p:nvPr/>
        </p:nvSpPr>
        <p:spPr>
          <a:xfrm rot="10800000">
            <a:off x="7586335" y="290485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12201BD6-7656-0035-F92B-7367574CB69B}"/>
              </a:ext>
            </a:extLst>
          </p:cNvPr>
          <p:cNvSpPr/>
          <p:nvPr/>
        </p:nvSpPr>
        <p:spPr>
          <a:xfrm rot="10800000">
            <a:off x="7542043" y="285913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F1793BF-BB13-2C9B-2EA0-F7601373BBBA}"/>
              </a:ext>
            </a:extLst>
          </p:cNvPr>
          <p:cNvSpPr/>
          <p:nvPr/>
        </p:nvSpPr>
        <p:spPr>
          <a:xfrm>
            <a:off x="8258194" y="3368172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73907535-F5F6-91F6-D460-794B2D38ABFF}"/>
              </a:ext>
            </a:extLst>
          </p:cNvPr>
          <p:cNvSpPr/>
          <p:nvPr/>
        </p:nvSpPr>
        <p:spPr>
          <a:xfrm>
            <a:off x="8220190" y="3331596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EF3A0480-9DAA-A827-455F-3BD7D7145EC7}"/>
              </a:ext>
            </a:extLst>
          </p:cNvPr>
          <p:cNvSpPr/>
          <p:nvPr/>
        </p:nvSpPr>
        <p:spPr>
          <a:xfrm>
            <a:off x="8175898" y="3285876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5B50E778-1DAF-FD74-2F06-2445A55EFDDE}"/>
              </a:ext>
            </a:extLst>
          </p:cNvPr>
          <p:cNvSpPr/>
          <p:nvPr/>
        </p:nvSpPr>
        <p:spPr>
          <a:xfrm>
            <a:off x="8130178" y="3240156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92214F1E-C1B4-F444-535D-252E8AEE0AD7}"/>
              </a:ext>
            </a:extLst>
          </p:cNvPr>
          <p:cNvSpPr/>
          <p:nvPr/>
        </p:nvSpPr>
        <p:spPr>
          <a:xfrm rot="10800000">
            <a:off x="8220190" y="3331596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0EE744B3-B751-D92C-621E-25569FAAB8D1}"/>
              </a:ext>
            </a:extLst>
          </p:cNvPr>
          <p:cNvSpPr/>
          <p:nvPr/>
        </p:nvSpPr>
        <p:spPr>
          <a:xfrm rot="10800000">
            <a:off x="8175898" y="3285876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D8119A0F-F8BD-EBCA-67EB-55C4A24AB73F}"/>
              </a:ext>
            </a:extLst>
          </p:cNvPr>
          <p:cNvSpPr/>
          <p:nvPr/>
        </p:nvSpPr>
        <p:spPr>
          <a:xfrm rot="10800000">
            <a:off x="8130178" y="3240156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454D5A-FAA6-71FB-DD29-2E8D8957E7FF}"/>
              </a:ext>
            </a:extLst>
          </p:cNvPr>
          <p:cNvCxnSpPr>
            <a:cxnSpLocks/>
          </p:cNvCxnSpPr>
          <p:nvPr/>
        </p:nvCxnSpPr>
        <p:spPr>
          <a:xfrm flipH="1">
            <a:off x="7734067" y="2086141"/>
            <a:ext cx="128016" cy="7729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67A4ED-8156-570D-B351-131CAA7FC17B}"/>
              </a:ext>
            </a:extLst>
          </p:cNvPr>
          <p:cNvCxnSpPr>
            <a:cxnSpLocks/>
          </p:cNvCxnSpPr>
          <p:nvPr/>
        </p:nvCxnSpPr>
        <p:spPr>
          <a:xfrm flipH="1">
            <a:off x="6901494" y="2086141"/>
            <a:ext cx="960589" cy="14878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6">
            <a:extLst>
              <a:ext uri="{FF2B5EF4-FFF2-40B4-BE49-F238E27FC236}">
                <a16:creationId xmlns:a16="http://schemas.microsoft.com/office/drawing/2014/main" id="{7D7E3B82-3A76-CD36-A47E-AA50F903BE17}"/>
              </a:ext>
            </a:extLst>
          </p:cNvPr>
          <p:cNvSpPr/>
          <p:nvPr/>
        </p:nvSpPr>
        <p:spPr>
          <a:xfrm>
            <a:off x="2360341" y="2799905"/>
            <a:ext cx="1354847" cy="1174033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2ABD0BB-E154-06DA-6623-3E41BD820B14}"/>
              </a:ext>
            </a:extLst>
          </p:cNvPr>
          <p:cNvSpPr txBox="1"/>
          <p:nvPr/>
        </p:nvSpPr>
        <p:spPr>
          <a:xfrm>
            <a:off x="862770" y="1746133"/>
            <a:ext cx="2321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Source</a:t>
            </a:r>
            <a:r>
              <a:rPr lang="en-US" dirty="0"/>
              <a:t> – forces acting on the system</a:t>
            </a:r>
            <a:endParaRPr lang="en-US" b="1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9C2D5BA-9657-E426-CB36-5B4851FB3349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2023564" y="2392464"/>
            <a:ext cx="371316" cy="4802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Arc 72">
            <a:extLst>
              <a:ext uri="{FF2B5EF4-FFF2-40B4-BE49-F238E27FC236}">
                <a16:creationId xmlns:a16="http://schemas.microsoft.com/office/drawing/2014/main" id="{FC787167-F6FE-355A-9EBA-BD89036AEFB8}"/>
              </a:ext>
            </a:extLst>
          </p:cNvPr>
          <p:cNvSpPr/>
          <p:nvPr/>
        </p:nvSpPr>
        <p:spPr>
          <a:xfrm rot="10800000">
            <a:off x="7490172" y="281341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534FC0-D262-8FF0-18C1-20FF2FEF8433}"/>
              </a:ext>
            </a:extLst>
          </p:cNvPr>
          <p:cNvSpPr txBox="1"/>
          <p:nvPr/>
        </p:nvSpPr>
        <p:spPr>
          <a:xfrm>
            <a:off x="5682169" y="2765337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</p:spTree>
    <p:extLst>
      <p:ext uri="{BB962C8B-B14F-4D97-AF65-F5344CB8AC3E}">
        <p14:creationId xmlns:p14="http://schemas.microsoft.com/office/powerpoint/2010/main" val="264720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8E5E2-8DB3-9A0A-7544-6D401BDC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7B768-4433-8DB7-294A-73CC0AA4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Source-Path-Receiver Framework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175A0627-3CB4-2AB1-FFFE-188D1DE0E72D}"/>
              </a:ext>
            </a:extLst>
          </p:cNvPr>
          <p:cNvSpPr/>
          <p:nvPr/>
        </p:nvSpPr>
        <p:spPr>
          <a:xfrm>
            <a:off x="9047015" y="3355110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DA4CBF08-5B5B-6B63-D21F-B516DB0E138C}"/>
              </a:ext>
            </a:extLst>
          </p:cNvPr>
          <p:cNvGrpSpPr/>
          <p:nvPr/>
        </p:nvGrpSpPr>
        <p:grpSpPr>
          <a:xfrm rot="16200000">
            <a:off x="2599578" y="2797481"/>
            <a:ext cx="860686" cy="1181316"/>
            <a:chOff x="3701202" y="5125633"/>
            <a:chExt cx="860686" cy="118131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3C6CA9D-ABEE-EB3F-40CF-0EA7D5CD29B5}"/>
                </a:ext>
              </a:extLst>
            </p:cNvPr>
            <p:cNvSpPr/>
            <p:nvPr/>
          </p:nvSpPr>
          <p:spPr>
            <a:xfrm>
              <a:off x="3701202" y="5125633"/>
              <a:ext cx="860678" cy="1171638"/>
            </a:xfrm>
            <a:custGeom>
              <a:avLst/>
              <a:gdLst>
                <a:gd name="connsiteX0" fmla="*/ 580458 w 860678"/>
                <a:gd name="connsiteY0" fmla="*/ 6547 h 1171638"/>
                <a:gd name="connsiteX1" fmla="*/ 375371 w 860678"/>
                <a:gd name="connsiteY1" fmla="*/ 137931 h 1171638"/>
                <a:gd name="connsiteX2" fmla="*/ 319343 w 860678"/>
                <a:gd name="connsiteY2" fmla="*/ 120812 h 1171638"/>
                <a:gd name="connsiteX3" fmla="*/ 278787 w 860678"/>
                <a:gd name="connsiteY3" fmla="*/ 9479 h 1171638"/>
                <a:gd name="connsiteX4" fmla="*/ 338589 w 860678"/>
                <a:gd name="connsiteY4" fmla="*/ 216964 h 1171638"/>
                <a:gd name="connsiteX5" fmla="*/ 345253 w 860678"/>
                <a:gd name="connsiteY5" fmla="*/ 384503 h 1171638"/>
                <a:gd name="connsiteX6" fmla="*/ 244732 w 860678"/>
                <a:gd name="connsiteY6" fmla="*/ 303849 h 1171638"/>
                <a:gd name="connsiteX7" fmla="*/ 225980 w 860678"/>
                <a:gd name="connsiteY7" fmla="*/ 133085 h 1171638"/>
                <a:gd name="connsiteX8" fmla="*/ 179991 w 860678"/>
                <a:gd name="connsiteY8" fmla="*/ 264712 h 1171638"/>
                <a:gd name="connsiteX9" fmla="*/ 206469 w 860678"/>
                <a:gd name="connsiteY9" fmla="*/ 426713 h 1171638"/>
                <a:gd name="connsiteX10" fmla="*/ 263388 w 860678"/>
                <a:gd name="connsiteY10" fmla="*/ 568957 h 1171638"/>
                <a:gd name="connsiteX11" fmla="*/ 121137 w 860678"/>
                <a:gd name="connsiteY11" fmla="*/ 508612 h 1171638"/>
                <a:gd name="connsiteX12" fmla="*/ 43401 w 860678"/>
                <a:gd name="connsiteY12" fmla="*/ 253023 h 1171638"/>
                <a:gd name="connsiteX13" fmla="*/ 53355 w 860678"/>
                <a:gd name="connsiteY13" fmla="*/ 537551 h 1171638"/>
                <a:gd name="connsiteX14" fmla="*/ 186656 w 860678"/>
                <a:gd name="connsiteY14" fmla="*/ 774594 h 1171638"/>
                <a:gd name="connsiteX15" fmla="*/ 69409 w 860678"/>
                <a:gd name="connsiteY15" fmla="*/ 777041 h 1171638"/>
                <a:gd name="connsiteX16" fmla="*/ -395 w 860678"/>
                <a:gd name="connsiteY16" fmla="*/ 606610 h 1171638"/>
                <a:gd name="connsiteX17" fmla="*/ 34953 w 860678"/>
                <a:gd name="connsiteY17" fmla="*/ 831042 h 1171638"/>
                <a:gd name="connsiteX18" fmla="*/ 139415 w 860678"/>
                <a:gd name="connsiteY18" fmla="*/ 920583 h 1171638"/>
                <a:gd name="connsiteX19" fmla="*/ 192053 w 860678"/>
                <a:gd name="connsiteY19" fmla="*/ 967776 h 1171638"/>
                <a:gd name="connsiteX20" fmla="*/ 50699 w 860678"/>
                <a:gd name="connsiteY20" fmla="*/ 917524 h 1171638"/>
                <a:gd name="connsiteX21" fmla="*/ 206613 w 860678"/>
                <a:gd name="connsiteY21" fmla="*/ 1113755 h 1171638"/>
                <a:gd name="connsiteX22" fmla="*/ 356601 w 860678"/>
                <a:gd name="connsiteY22" fmla="*/ 1170029 h 1171638"/>
                <a:gd name="connsiteX23" fmla="*/ 231576 w 860678"/>
                <a:gd name="connsiteY23" fmla="*/ 985525 h 1171638"/>
                <a:gd name="connsiteX24" fmla="*/ 237597 w 860678"/>
                <a:gd name="connsiteY24" fmla="*/ 757595 h 1171638"/>
                <a:gd name="connsiteX25" fmla="*/ 285349 w 860678"/>
                <a:gd name="connsiteY25" fmla="*/ 945373 h 1171638"/>
                <a:gd name="connsiteX26" fmla="*/ 338764 w 860678"/>
                <a:gd name="connsiteY26" fmla="*/ 956454 h 1171638"/>
                <a:gd name="connsiteX27" fmla="*/ 377201 w 860678"/>
                <a:gd name="connsiteY27" fmla="*/ 1023128 h 1171638"/>
                <a:gd name="connsiteX28" fmla="*/ 348067 w 860678"/>
                <a:gd name="connsiteY28" fmla="*/ 900636 h 1171638"/>
                <a:gd name="connsiteX29" fmla="*/ 294261 w 860678"/>
                <a:gd name="connsiteY29" fmla="*/ 718020 h 1171638"/>
                <a:gd name="connsiteX30" fmla="*/ 354574 w 860678"/>
                <a:gd name="connsiteY30" fmla="*/ 470345 h 1171638"/>
                <a:gd name="connsiteX31" fmla="*/ 334411 w 860678"/>
                <a:gd name="connsiteY31" fmla="*/ 700693 h 1171638"/>
                <a:gd name="connsiteX32" fmla="*/ 425973 w 860678"/>
                <a:gd name="connsiteY32" fmla="*/ 796401 h 1171638"/>
                <a:gd name="connsiteX33" fmla="*/ 411439 w 860678"/>
                <a:gd name="connsiteY33" fmla="*/ 606355 h 1171638"/>
                <a:gd name="connsiteX34" fmla="*/ 446791 w 860678"/>
                <a:gd name="connsiteY34" fmla="*/ 329582 h 1171638"/>
                <a:gd name="connsiteX35" fmla="*/ 492249 w 860678"/>
                <a:gd name="connsiteY35" fmla="*/ 549418 h 1171638"/>
                <a:gd name="connsiteX36" fmla="*/ 480734 w 860678"/>
                <a:gd name="connsiteY36" fmla="*/ 762239 h 1171638"/>
                <a:gd name="connsiteX37" fmla="*/ 589729 w 860678"/>
                <a:gd name="connsiteY37" fmla="*/ 636981 h 1171638"/>
                <a:gd name="connsiteX38" fmla="*/ 524170 w 860678"/>
                <a:gd name="connsiteY38" fmla="*/ 893769 h 1171638"/>
                <a:gd name="connsiteX39" fmla="*/ 692968 w 860678"/>
                <a:gd name="connsiteY39" fmla="*/ 685165 h 1171638"/>
                <a:gd name="connsiteX40" fmla="*/ 604716 w 860678"/>
                <a:gd name="connsiteY40" fmla="*/ 1032945 h 1171638"/>
                <a:gd name="connsiteX41" fmla="*/ 438729 w 860678"/>
                <a:gd name="connsiteY41" fmla="*/ 1172071 h 1171638"/>
                <a:gd name="connsiteX42" fmla="*/ 700574 w 860678"/>
                <a:gd name="connsiteY42" fmla="*/ 1010611 h 1171638"/>
                <a:gd name="connsiteX43" fmla="*/ 788626 w 860678"/>
                <a:gd name="connsiteY43" fmla="*/ 928481 h 1171638"/>
                <a:gd name="connsiteX44" fmla="*/ 851835 w 860678"/>
                <a:gd name="connsiteY44" fmla="*/ 729555 h 1171638"/>
                <a:gd name="connsiteX45" fmla="*/ 707949 w 860678"/>
                <a:gd name="connsiteY45" fmla="*/ 894348 h 1171638"/>
                <a:gd name="connsiteX46" fmla="*/ 789258 w 860678"/>
                <a:gd name="connsiteY46" fmla="*/ 748149 h 1171638"/>
                <a:gd name="connsiteX47" fmla="*/ 852503 w 860678"/>
                <a:gd name="connsiteY47" fmla="*/ 424271 h 1171638"/>
                <a:gd name="connsiteX48" fmla="*/ 733540 w 860678"/>
                <a:gd name="connsiteY48" fmla="*/ 649503 h 1171638"/>
                <a:gd name="connsiteX49" fmla="*/ 741586 w 860678"/>
                <a:gd name="connsiteY49" fmla="*/ 511386 h 1171638"/>
                <a:gd name="connsiteX50" fmla="*/ 777841 w 860678"/>
                <a:gd name="connsiteY50" fmla="*/ 307379 h 1171638"/>
                <a:gd name="connsiteX51" fmla="*/ 697087 w 860678"/>
                <a:gd name="connsiteY51" fmla="*/ 480399 h 1171638"/>
                <a:gd name="connsiteX52" fmla="*/ 634918 w 860678"/>
                <a:gd name="connsiteY52" fmla="*/ 515541 h 1171638"/>
                <a:gd name="connsiteX53" fmla="*/ 666696 w 860678"/>
                <a:gd name="connsiteY53" fmla="*/ 317513 h 1171638"/>
                <a:gd name="connsiteX54" fmla="*/ 705177 w 860678"/>
                <a:gd name="connsiteY54" fmla="*/ 68019 h 1171638"/>
                <a:gd name="connsiteX55" fmla="*/ 613702 w 860678"/>
                <a:gd name="connsiteY55" fmla="*/ 236212 h 1171638"/>
                <a:gd name="connsiteX56" fmla="*/ 550517 w 860678"/>
                <a:gd name="connsiteY56" fmla="*/ 125165 h 1171638"/>
                <a:gd name="connsiteX57" fmla="*/ 597530 w 860678"/>
                <a:gd name="connsiteY57" fmla="*/ 325475 h 1171638"/>
                <a:gd name="connsiteX58" fmla="*/ 504889 w 860678"/>
                <a:gd name="connsiteY58" fmla="*/ 382816 h 1171638"/>
                <a:gd name="connsiteX59" fmla="*/ 527534 w 860678"/>
                <a:gd name="connsiteY59" fmla="*/ 267724 h 1171638"/>
                <a:gd name="connsiteX60" fmla="*/ 432944 w 860678"/>
                <a:gd name="connsiteY60" fmla="*/ 172455 h 1171638"/>
                <a:gd name="connsiteX61" fmla="*/ 580460 w 860678"/>
                <a:gd name="connsiteY61" fmla="*/ 6545 h 11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60678" h="1171638">
                  <a:moveTo>
                    <a:pt x="580458" y="6547"/>
                  </a:moveTo>
                  <a:cubicBezTo>
                    <a:pt x="453811" y="-21910"/>
                    <a:pt x="394455" y="53554"/>
                    <a:pt x="375371" y="137931"/>
                  </a:cubicBezTo>
                  <a:cubicBezTo>
                    <a:pt x="363784" y="189136"/>
                    <a:pt x="309353" y="159846"/>
                    <a:pt x="319343" y="120812"/>
                  </a:cubicBezTo>
                  <a:cubicBezTo>
                    <a:pt x="328085" y="86653"/>
                    <a:pt x="323684" y="27230"/>
                    <a:pt x="278787" y="9479"/>
                  </a:cubicBezTo>
                  <a:cubicBezTo>
                    <a:pt x="330709" y="89329"/>
                    <a:pt x="249601" y="152786"/>
                    <a:pt x="338589" y="216964"/>
                  </a:cubicBezTo>
                  <a:cubicBezTo>
                    <a:pt x="406106" y="265662"/>
                    <a:pt x="389161" y="357617"/>
                    <a:pt x="345253" y="384503"/>
                  </a:cubicBezTo>
                  <a:cubicBezTo>
                    <a:pt x="304260" y="409604"/>
                    <a:pt x="267082" y="351016"/>
                    <a:pt x="244732" y="303849"/>
                  </a:cubicBezTo>
                  <a:cubicBezTo>
                    <a:pt x="217349" y="246060"/>
                    <a:pt x="192695" y="222900"/>
                    <a:pt x="225980" y="133085"/>
                  </a:cubicBezTo>
                  <a:cubicBezTo>
                    <a:pt x="180125" y="176406"/>
                    <a:pt x="165641" y="214214"/>
                    <a:pt x="179991" y="264712"/>
                  </a:cubicBezTo>
                  <a:cubicBezTo>
                    <a:pt x="191879" y="306551"/>
                    <a:pt x="233139" y="357099"/>
                    <a:pt x="206469" y="426713"/>
                  </a:cubicBezTo>
                  <a:cubicBezTo>
                    <a:pt x="180219" y="495234"/>
                    <a:pt x="282602" y="503290"/>
                    <a:pt x="263388" y="568957"/>
                  </a:cubicBezTo>
                  <a:cubicBezTo>
                    <a:pt x="240833" y="646050"/>
                    <a:pt x="148316" y="588740"/>
                    <a:pt x="121137" y="508612"/>
                  </a:cubicBezTo>
                  <a:cubicBezTo>
                    <a:pt x="103845" y="457636"/>
                    <a:pt x="191224" y="310230"/>
                    <a:pt x="43401" y="253023"/>
                  </a:cubicBezTo>
                  <a:cubicBezTo>
                    <a:pt x="181627" y="337328"/>
                    <a:pt x="45902" y="452542"/>
                    <a:pt x="53355" y="537551"/>
                  </a:cubicBezTo>
                  <a:cubicBezTo>
                    <a:pt x="66213" y="684205"/>
                    <a:pt x="210140" y="724453"/>
                    <a:pt x="186656" y="774594"/>
                  </a:cubicBezTo>
                  <a:cubicBezTo>
                    <a:pt x="174609" y="800308"/>
                    <a:pt x="128599" y="846750"/>
                    <a:pt x="69409" y="777041"/>
                  </a:cubicBezTo>
                  <a:cubicBezTo>
                    <a:pt x="47539" y="751284"/>
                    <a:pt x="63491" y="655471"/>
                    <a:pt x="-395" y="606610"/>
                  </a:cubicBezTo>
                  <a:cubicBezTo>
                    <a:pt x="51906" y="683984"/>
                    <a:pt x="12323" y="773233"/>
                    <a:pt x="34953" y="831042"/>
                  </a:cubicBezTo>
                  <a:cubicBezTo>
                    <a:pt x="56964" y="887270"/>
                    <a:pt x="68829" y="897922"/>
                    <a:pt x="139415" y="920583"/>
                  </a:cubicBezTo>
                  <a:cubicBezTo>
                    <a:pt x="162288" y="927927"/>
                    <a:pt x="189647" y="934061"/>
                    <a:pt x="192053" y="967776"/>
                  </a:cubicBezTo>
                  <a:cubicBezTo>
                    <a:pt x="196563" y="1030969"/>
                    <a:pt x="54832" y="1016893"/>
                    <a:pt x="50699" y="917524"/>
                  </a:cubicBezTo>
                  <a:cubicBezTo>
                    <a:pt x="26171" y="1068793"/>
                    <a:pt x="154378" y="1023896"/>
                    <a:pt x="206613" y="1113755"/>
                  </a:cubicBezTo>
                  <a:cubicBezTo>
                    <a:pt x="224354" y="1144276"/>
                    <a:pt x="289599" y="1162301"/>
                    <a:pt x="356601" y="1170029"/>
                  </a:cubicBezTo>
                  <a:cubicBezTo>
                    <a:pt x="266974" y="1125954"/>
                    <a:pt x="238245" y="1069470"/>
                    <a:pt x="231576" y="985525"/>
                  </a:cubicBezTo>
                  <a:cubicBezTo>
                    <a:pt x="226545" y="922188"/>
                    <a:pt x="276750" y="891099"/>
                    <a:pt x="237597" y="757595"/>
                  </a:cubicBezTo>
                  <a:cubicBezTo>
                    <a:pt x="293286" y="848311"/>
                    <a:pt x="266699" y="891685"/>
                    <a:pt x="285349" y="945373"/>
                  </a:cubicBezTo>
                  <a:cubicBezTo>
                    <a:pt x="314606" y="1029596"/>
                    <a:pt x="338764" y="956454"/>
                    <a:pt x="338764" y="956454"/>
                  </a:cubicBezTo>
                  <a:cubicBezTo>
                    <a:pt x="338764" y="956454"/>
                    <a:pt x="347122" y="1042034"/>
                    <a:pt x="377201" y="1023128"/>
                  </a:cubicBezTo>
                  <a:cubicBezTo>
                    <a:pt x="420497" y="995914"/>
                    <a:pt x="356007" y="928037"/>
                    <a:pt x="348067" y="900636"/>
                  </a:cubicBezTo>
                  <a:cubicBezTo>
                    <a:pt x="331914" y="844893"/>
                    <a:pt x="318749" y="822402"/>
                    <a:pt x="294261" y="718020"/>
                  </a:cubicBezTo>
                  <a:cubicBezTo>
                    <a:pt x="273770" y="630679"/>
                    <a:pt x="377808" y="530778"/>
                    <a:pt x="354574" y="470345"/>
                  </a:cubicBezTo>
                  <a:cubicBezTo>
                    <a:pt x="413284" y="524870"/>
                    <a:pt x="319286" y="624160"/>
                    <a:pt x="334411" y="700693"/>
                  </a:cubicBezTo>
                  <a:cubicBezTo>
                    <a:pt x="350939" y="784330"/>
                    <a:pt x="384927" y="837611"/>
                    <a:pt x="425973" y="796401"/>
                  </a:cubicBezTo>
                  <a:cubicBezTo>
                    <a:pt x="453760" y="768504"/>
                    <a:pt x="367100" y="700085"/>
                    <a:pt x="411439" y="606355"/>
                  </a:cubicBezTo>
                  <a:cubicBezTo>
                    <a:pt x="456628" y="510831"/>
                    <a:pt x="413805" y="370492"/>
                    <a:pt x="446791" y="329582"/>
                  </a:cubicBezTo>
                  <a:cubicBezTo>
                    <a:pt x="427951" y="434935"/>
                    <a:pt x="460233" y="481814"/>
                    <a:pt x="492249" y="549418"/>
                  </a:cubicBezTo>
                  <a:cubicBezTo>
                    <a:pt x="521669" y="611536"/>
                    <a:pt x="442374" y="731268"/>
                    <a:pt x="480734" y="762239"/>
                  </a:cubicBezTo>
                  <a:cubicBezTo>
                    <a:pt x="519094" y="793214"/>
                    <a:pt x="575372" y="724379"/>
                    <a:pt x="589729" y="636981"/>
                  </a:cubicBezTo>
                  <a:cubicBezTo>
                    <a:pt x="591916" y="754305"/>
                    <a:pt x="483112" y="861773"/>
                    <a:pt x="524170" y="893769"/>
                  </a:cubicBezTo>
                  <a:cubicBezTo>
                    <a:pt x="604180" y="956094"/>
                    <a:pt x="600871" y="749279"/>
                    <a:pt x="692968" y="685165"/>
                  </a:cubicBezTo>
                  <a:cubicBezTo>
                    <a:pt x="599084" y="805457"/>
                    <a:pt x="669675" y="907379"/>
                    <a:pt x="604716" y="1032945"/>
                  </a:cubicBezTo>
                  <a:cubicBezTo>
                    <a:pt x="570861" y="1098384"/>
                    <a:pt x="479873" y="1149152"/>
                    <a:pt x="438729" y="1172071"/>
                  </a:cubicBezTo>
                  <a:cubicBezTo>
                    <a:pt x="658426" y="1169738"/>
                    <a:pt x="640719" y="1150493"/>
                    <a:pt x="700574" y="1010611"/>
                  </a:cubicBezTo>
                  <a:cubicBezTo>
                    <a:pt x="715352" y="976083"/>
                    <a:pt x="758645" y="960153"/>
                    <a:pt x="788626" y="928481"/>
                  </a:cubicBezTo>
                  <a:cubicBezTo>
                    <a:pt x="831736" y="882941"/>
                    <a:pt x="805388" y="820719"/>
                    <a:pt x="851835" y="729555"/>
                  </a:cubicBezTo>
                  <a:cubicBezTo>
                    <a:pt x="774923" y="802705"/>
                    <a:pt x="766001" y="938639"/>
                    <a:pt x="707949" y="894348"/>
                  </a:cubicBezTo>
                  <a:cubicBezTo>
                    <a:pt x="690186" y="880800"/>
                    <a:pt x="748966" y="829317"/>
                    <a:pt x="789258" y="748149"/>
                  </a:cubicBezTo>
                  <a:cubicBezTo>
                    <a:pt x="840504" y="644915"/>
                    <a:pt x="876941" y="502413"/>
                    <a:pt x="852503" y="424271"/>
                  </a:cubicBezTo>
                  <a:cubicBezTo>
                    <a:pt x="852835" y="554886"/>
                    <a:pt x="759372" y="666610"/>
                    <a:pt x="733540" y="649503"/>
                  </a:cubicBezTo>
                  <a:cubicBezTo>
                    <a:pt x="691841" y="621906"/>
                    <a:pt x="733761" y="574899"/>
                    <a:pt x="741586" y="511386"/>
                  </a:cubicBezTo>
                  <a:cubicBezTo>
                    <a:pt x="747470" y="463630"/>
                    <a:pt x="849977" y="378769"/>
                    <a:pt x="777841" y="307379"/>
                  </a:cubicBezTo>
                  <a:cubicBezTo>
                    <a:pt x="812663" y="391192"/>
                    <a:pt x="718124" y="410518"/>
                    <a:pt x="697087" y="480399"/>
                  </a:cubicBezTo>
                  <a:cubicBezTo>
                    <a:pt x="689458" y="505743"/>
                    <a:pt x="670115" y="550061"/>
                    <a:pt x="634918" y="515541"/>
                  </a:cubicBezTo>
                  <a:cubicBezTo>
                    <a:pt x="607842" y="488983"/>
                    <a:pt x="671906" y="467325"/>
                    <a:pt x="666696" y="317513"/>
                  </a:cubicBezTo>
                  <a:cubicBezTo>
                    <a:pt x="664412" y="251816"/>
                    <a:pt x="787860" y="201664"/>
                    <a:pt x="705177" y="68019"/>
                  </a:cubicBezTo>
                  <a:cubicBezTo>
                    <a:pt x="735669" y="151025"/>
                    <a:pt x="658024" y="244717"/>
                    <a:pt x="613702" y="236212"/>
                  </a:cubicBezTo>
                  <a:cubicBezTo>
                    <a:pt x="566537" y="227162"/>
                    <a:pt x="561546" y="158973"/>
                    <a:pt x="550517" y="125165"/>
                  </a:cubicBezTo>
                  <a:cubicBezTo>
                    <a:pt x="555219" y="189083"/>
                    <a:pt x="544120" y="228482"/>
                    <a:pt x="597530" y="325475"/>
                  </a:cubicBezTo>
                  <a:cubicBezTo>
                    <a:pt x="619641" y="365631"/>
                    <a:pt x="533112" y="435989"/>
                    <a:pt x="504889" y="382816"/>
                  </a:cubicBezTo>
                  <a:cubicBezTo>
                    <a:pt x="477833" y="331846"/>
                    <a:pt x="542870" y="313352"/>
                    <a:pt x="527534" y="267724"/>
                  </a:cubicBezTo>
                  <a:cubicBezTo>
                    <a:pt x="507658" y="208588"/>
                    <a:pt x="443946" y="259133"/>
                    <a:pt x="432944" y="172455"/>
                  </a:cubicBezTo>
                  <a:cubicBezTo>
                    <a:pt x="421427" y="81709"/>
                    <a:pt x="449724" y="13814"/>
                    <a:pt x="580460" y="6545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B3A4CA1-59F5-7C2E-3615-CE28B6EBB17A}"/>
                </a:ext>
              </a:extLst>
            </p:cNvPr>
            <p:cNvSpPr/>
            <p:nvPr/>
          </p:nvSpPr>
          <p:spPr>
            <a:xfrm>
              <a:off x="3720878" y="5133350"/>
              <a:ext cx="841010" cy="1151932"/>
            </a:xfrm>
            <a:custGeom>
              <a:avLst/>
              <a:gdLst>
                <a:gd name="connsiteX0" fmla="*/ 567178 w 841010"/>
                <a:gd name="connsiteY0" fmla="*/ 6444 h 1151932"/>
                <a:gd name="connsiteX1" fmla="*/ 366767 w 841010"/>
                <a:gd name="connsiteY1" fmla="*/ 135618 h 1151932"/>
                <a:gd name="connsiteX2" fmla="*/ 312022 w 841010"/>
                <a:gd name="connsiteY2" fmla="*/ 118787 h 1151932"/>
                <a:gd name="connsiteX3" fmla="*/ 272396 w 841010"/>
                <a:gd name="connsiteY3" fmla="*/ 9326 h 1151932"/>
                <a:gd name="connsiteX4" fmla="*/ 330828 w 841010"/>
                <a:gd name="connsiteY4" fmla="*/ 213334 h 1151932"/>
                <a:gd name="connsiteX5" fmla="*/ 337340 w 841010"/>
                <a:gd name="connsiteY5" fmla="*/ 378057 h 1151932"/>
                <a:gd name="connsiteX6" fmla="*/ 239119 w 841010"/>
                <a:gd name="connsiteY6" fmla="*/ 298760 h 1151932"/>
                <a:gd name="connsiteX7" fmla="*/ 220796 w 841010"/>
                <a:gd name="connsiteY7" fmla="*/ 130868 h 1151932"/>
                <a:gd name="connsiteX8" fmla="*/ 175858 w 841010"/>
                <a:gd name="connsiteY8" fmla="*/ 260281 h 1151932"/>
                <a:gd name="connsiteX9" fmla="*/ 201731 w 841010"/>
                <a:gd name="connsiteY9" fmla="*/ 419558 h 1151932"/>
                <a:gd name="connsiteX10" fmla="*/ 257349 w 841010"/>
                <a:gd name="connsiteY10" fmla="*/ 559410 h 1151932"/>
                <a:gd name="connsiteX11" fmla="*/ 118353 w 841010"/>
                <a:gd name="connsiteY11" fmla="*/ 500080 h 1151932"/>
                <a:gd name="connsiteX12" fmla="*/ 42398 w 841010"/>
                <a:gd name="connsiteY12" fmla="*/ 248788 h 1151932"/>
                <a:gd name="connsiteX13" fmla="*/ 52124 w 841010"/>
                <a:gd name="connsiteY13" fmla="*/ 528519 h 1151932"/>
                <a:gd name="connsiteX14" fmla="*/ 182373 w 841010"/>
                <a:gd name="connsiteY14" fmla="*/ 761565 h 1151932"/>
                <a:gd name="connsiteX15" fmla="*/ 67810 w 841010"/>
                <a:gd name="connsiteY15" fmla="*/ 763970 h 1151932"/>
                <a:gd name="connsiteX16" fmla="*/ -395 w 841010"/>
                <a:gd name="connsiteY16" fmla="*/ 596406 h 1151932"/>
                <a:gd name="connsiteX17" fmla="*/ 34143 w 841010"/>
                <a:gd name="connsiteY17" fmla="*/ 817061 h 1151932"/>
                <a:gd name="connsiteX18" fmla="*/ 136213 w 841010"/>
                <a:gd name="connsiteY18" fmla="*/ 905095 h 1151932"/>
                <a:gd name="connsiteX19" fmla="*/ 187647 w 841010"/>
                <a:gd name="connsiteY19" fmla="*/ 951494 h 1151932"/>
                <a:gd name="connsiteX20" fmla="*/ 49528 w 841010"/>
                <a:gd name="connsiteY20" fmla="*/ 902087 h 1151932"/>
                <a:gd name="connsiteX21" fmla="*/ 201872 w 841010"/>
                <a:gd name="connsiteY21" fmla="*/ 1095019 h 1151932"/>
                <a:gd name="connsiteX22" fmla="*/ 348427 w 841010"/>
                <a:gd name="connsiteY22" fmla="*/ 1150348 h 1151932"/>
                <a:gd name="connsiteX23" fmla="*/ 226264 w 841010"/>
                <a:gd name="connsiteY23" fmla="*/ 968945 h 1151932"/>
                <a:gd name="connsiteX24" fmla="*/ 232147 w 841010"/>
                <a:gd name="connsiteY24" fmla="*/ 744853 h 1151932"/>
                <a:gd name="connsiteX25" fmla="*/ 278806 w 841010"/>
                <a:gd name="connsiteY25" fmla="*/ 929473 h 1151932"/>
                <a:gd name="connsiteX26" fmla="*/ 330997 w 841010"/>
                <a:gd name="connsiteY26" fmla="*/ 940367 h 1151932"/>
                <a:gd name="connsiteX27" fmla="*/ 368553 w 841010"/>
                <a:gd name="connsiteY27" fmla="*/ 1005921 h 1151932"/>
                <a:gd name="connsiteX28" fmla="*/ 340085 w 841010"/>
                <a:gd name="connsiteY28" fmla="*/ 885486 h 1151932"/>
                <a:gd name="connsiteX29" fmla="*/ 287510 w 841010"/>
                <a:gd name="connsiteY29" fmla="*/ 705943 h 1151932"/>
                <a:gd name="connsiteX30" fmla="*/ 346442 w 841010"/>
                <a:gd name="connsiteY30" fmla="*/ 462424 h 1151932"/>
                <a:gd name="connsiteX31" fmla="*/ 326740 w 841010"/>
                <a:gd name="connsiteY31" fmla="*/ 688895 h 1151932"/>
                <a:gd name="connsiteX32" fmla="*/ 416205 w 841010"/>
                <a:gd name="connsiteY32" fmla="*/ 782995 h 1151932"/>
                <a:gd name="connsiteX33" fmla="*/ 402004 w 841010"/>
                <a:gd name="connsiteY33" fmla="*/ 596145 h 1151932"/>
                <a:gd name="connsiteX34" fmla="*/ 436547 w 841010"/>
                <a:gd name="connsiteY34" fmla="*/ 324008 h 1151932"/>
                <a:gd name="connsiteX35" fmla="*/ 480963 w 841010"/>
                <a:gd name="connsiteY35" fmla="*/ 540146 h 1151932"/>
                <a:gd name="connsiteX36" fmla="*/ 469712 w 841010"/>
                <a:gd name="connsiteY36" fmla="*/ 749390 h 1151932"/>
                <a:gd name="connsiteX37" fmla="*/ 576213 w 841010"/>
                <a:gd name="connsiteY37" fmla="*/ 626238 h 1151932"/>
                <a:gd name="connsiteX38" fmla="*/ 512154 w 841010"/>
                <a:gd name="connsiteY38" fmla="*/ 878710 h 1151932"/>
                <a:gd name="connsiteX39" fmla="*/ 677087 w 841010"/>
                <a:gd name="connsiteY39" fmla="*/ 673623 h 1151932"/>
                <a:gd name="connsiteX40" fmla="*/ 590872 w 841010"/>
                <a:gd name="connsiteY40" fmla="*/ 1015567 h 1151932"/>
                <a:gd name="connsiteX41" fmla="*/ 428693 w 841010"/>
                <a:gd name="connsiteY41" fmla="*/ 1152365 h 1151932"/>
                <a:gd name="connsiteX42" fmla="*/ 684562 w 841010"/>
                <a:gd name="connsiteY42" fmla="*/ 993622 h 1151932"/>
                <a:gd name="connsiteX43" fmla="*/ 770598 w 841010"/>
                <a:gd name="connsiteY43" fmla="*/ 912872 h 1151932"/>
                <a:gd name="connsiteX44" fmla="*/ 832360 w 841010"/>
                <a:gd name="connsiteY44" fmla="*/ 717292 h 1151932"/>
                <a:gd name="connsiteX45" fmla="*/ 691766 w 841010"/>
                <a:gd name="connsiteY45" fmla="*/ 879315 h 1151932"/>
                <a:gd name="connsiteX46" fmla="*/ 771215 w 841010"/>
                <a:gd name="connsiteY46" fmla="*/ 735574 h 1151932"/>
                <a:gd name="connsiteX47" fmla="*/ 833013 w 841010"/>
                <a:gd name="connsiteY47" fmla="*/ 417152 h 1151932"/>
                <a:gd name="connsiteX48" fmla="*/ 716772 w 841010"/>
                <a:gd name="connsiteY48" fmla="*/ 638607 h 1151932"/>
                <a:gd name="connsiteX49" fmla="*/ 724634 w 841010"/>
                <a:gd name="connsiteY49" fmla="*/ 502812 h 1151932"/>
                <a:gd name="connsiteX50" fmla="*/ 760060 w 841010"/>
                <a:gd name="connsiteY50" fmla="*/ 302242 h 1151932"/>
                <a:gd name="connsiteX51" fmla="*/ 681155 w 841010"/>
                <a:gd name="connsiteY51" fmla="*/ 472353 h 1151932"/>
                <a:gd name="connsiteX52" fmla="*/ 620408 w 841010"/>
                <a:gd name="connsiteY52" fmla="*/ 506903 h 1151932"/>
                <a:gd name="connsiteX53" fmla="*/ 651459 w 841010"/>
                <a:gd name="connsiteY53" fmla="*/ 312205 h 1151932"/>
                <a:gd name="connsiteX54" fmla="*/ 689059 w 841010"/>
                <a:gd name="connsiteY54" fmla="*/ 66908 h 1151932"/>
                <a:gd name="connsiteX55" fmla="*/ 599678 w 841010"/>
                <a:gd name="connsiteY55" fmla="*/ 232272 h 1151932"/>
                <a:gd name="connsiteX56" fmla="*/ 537940 w 841010"/>
                <a:gd name="connsiteY56" fmla="*/ 123094 h 1151932"/>
                <a:gd name="connsiteX57" fmla="*/ 583875 w 841010"/>
                <a:gd name="connsiteY57" fmla="*/ 320035 h 1151932"/>
                <a:gd name="connsiteX58" fmla="*/ 493355 w 841010"/>
                <a:gd name="connsiteY58" fmla="*/ 376411 h 1151932"/>
                <a:gd name="connsiteX59" fmla="*/ 515482 w 841010"/>
                <a:gd name="connsiteY59" fmla="*/ 263253 h 1151932"/>
                <a:gd name="connsiteX60" fmla="*/ 423059 w 841010"/>
                <a:gd name="connsiteY60" fmla="*/ 169587 h 1151932"/>
                <a:gd name="connsiteX61" fmla="*/ 567198 w 841010"/>
                <a:gd name="connsiteY61" fmla="*/ 6467 h 115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41010" h="1151932">
                  <a:moveTo>
                    <a:pt x="567178" y="6444"/>
                  </a:moveTo>
                  <a:cubicBezTo>
                    <a:pt x="443430" y="-21535"/>
                    <a:pt x="385431" y="52662"/>
                    <a:pt x="366767" y="135618"/>
                  </a:cubicBezTo>
                  <a:cubicBezTo>
                    <a:pt x="355446" y="185962"/>
                    <a:pt x="302259" y="157166"/>
                    <a:pt x="312022" y="118787"/>
                  </a:cubicBezTo>
                  <a:cubicBezTo>
                    <a:pt x="320564" y="85202"/>
                    <a:pt x="316263" y="26777"/>
                    <a:pt x="272396" y="9326"/>
                  </a:cubicBezTo>
                  <a:cubicBezTo>
                    <a:pt x="323128" y="87834"/>
                    <a:pt x="243879" y="150223"/>
                    <a:pt x="330828" y="213334"/>
                  </a:cubicBezTo>
                  <a:cubicBezTo>
                    <a:pt x="396801" y="261214"/>
                    <a:pt x="380243" y="351621"/>
                    <a:pt x="337340" y="378057"/>
                  </a:cubicBezTo>
                  <a:cubicBezTo>
                    <a:pt x="297286" y="402737"/>
                    <a:pt x="260957" y="345132"/>
                    <a:pt x="239119" y="298760"/>
                  </a:cubicBezTo>
                  <a:cubicBezTo>
                    <a:pt x="212363" y="241943"/>
                    <a:pt x="188273" y="219172"/>
                    <a:pt x="220796" y="130868"/>
                  </a:cubicBezTo>
                  <a:cubicBezTo>
                    <a:pt x="175990" y="173462"/>
                    <a:pt x="161838" y="210632"/>
                    <a:pt x="175858" y="260281"/>
                  </a:cubicBezTo>
                  <a:cubicBezTo>
                    <a:pt x="187474" y="301416"/>
                    <a:pt x="227789" y="351115"/>
                    <a:pt x="201731" y="419558"/>
                  </a:cubicBezTo>
                  <a:cubicBezTo>
                    <a:pt x="176080" y="486926"/>
                    <a:pt x="276119" y="494846"/>
                    <a:pt x="257349" y="559410"/>
                  </a:cubicBezTo>
                  <a:cubicBezTo>
                    <a:pt x="235312" y="635205"/>
                    <a:pt x="144911" y="578860"/>
                    <a:pt x="118353" y="500080"/>
                  </a:cubicBezTo>
                  <a:cubicBezTo>
                    <a:pt x="101458" y="449961"/>
                    <a:pt x="186836" y="305036"/>
                    <a:pt x="42398" y="248788"/>
                  </a:cubicBezTo>
                  <a:cubicBezTo>
                    <a:pt x="177461" y="331676"/>
                    <a:pt x="44842" y="444951"/>
                    <a:pt x="52124" y="528519"/>
                  </a:cubicBezTo>
                  <a:cubicBezTo>
                    <a:pt x="64688" y="672707"/>
                    <a:pt x="205322" y="712277"/>
                    <a:pt x="182373" y="761565"/>
                  </a:cubicBezTo>
                  <a:cubicBezTo>
                    <a:pt x="170602" y="786848"/>
                    <a:pt x="125645" y="832506"/>
                    <a:pt x="67810" y="763970"/>
                  </a:cubicBezTo>
                  <a:cubicBezTo>
                    <a:pt x="46440" y="738647"/>
                    <a:pt x="62028" y="644446"/>
                    <a:pt x="-395" y="596406"/>
                  </a:cubicBezTo>
                  <a:cubicBezTo>
                    <a:pt x="50709" y="672479"/>
                    <a:pt x="12032" y="760227"/>
                    <a:pt x="34143" y="817061"/>
                  </a:cubicBezTo>
                  <a:cubicBezTo>
                    <a:pt x="55649" y="872343"/>
                    <a:pt x="67245" y="882816"/>
                    <a:pt x="136213" y="905095"/>
                  </a:cubicBezTo>
                  <a:cubicBezTo>
                    <a:pt x="158562" y="912315"/>
                    <a:pt x="185297" y="918346"/>
                    <a:pt x="187647" y="951494"/>
                  </a:cubicBezTo>
                  <a:cubicBezTo>
                    <a:pt x="192053" y="1013626"/>
                    <a:pt x="53567" y="999786"/>
                    <a:pt x="49528" y="902087"/>
                  </a:cubicBezTo>
                  <a:cubicBezTo>
                    <a:pt x="25562" y="1050812"/>
                    <a:pt x="150832" y="1006669"/>
                    <a:pt x="201872" y="1095019"/>
                  </a:cubicBezTo>
                  <a:cubicBezTo>
                    <a:pt x="219208" y="1125027"/>
                    <a:pt x="282958" y="1142750"/>
                    <a:pt x="348427" y="1150348"/>
                  </a:cubicBezTo>
                  <a:cubicBezTo>
                    <a:pt x="260852" y="1107014"/>
                    <a:pt x="232779" y="1051480"/>
                    <a:pt x="226264" y="968945"/>
                  </a:cubicBezTo>
                  <a:cubicBezTo>
                    <a:pt x="221348" y="906674"/>
                    <a:pt x="270403" y="876109"/>
                    <a:pt x="232147" y="744853"/>
                  </a:cubicBezTo>
                  <a:cubicBezTo>
                    <a:pt x="286561" y="834044"/>
                    <a:pt x="260584" y="876686"/>
                    <a:pt x="278806" y="929473"/>
                  </a:cubicBezTo>
                  <a:cubicBezTo>
                    <a:pt x="307393" y="1012279"/>
                    <a:pt x="330997" y="940367"/>
                    <a:pt x="330997" y="940367"/>
                  </a:cubicBezTo>
                  <a:cubicBezTo>
                    <a:pt x="330997" y="940367"/>
                    <a:pt x="339164" y="1024509"/>
                    <a:pt x="368553" y="1005921"/>
                  </a:cubicBezTo>
                  <a:cubicBezTo>
                    <a:pt x="410858" y="979165"/>
                    <a:pt x="347845" y="912428"/>
                    <a:pt x="340085" y="885486"/>
                  </a:cubicBezTo>
                  <a:cubicBezTo>
                    <a:pt x="324302" y="830681"/>
                    <a:pt x="311438" y="808568"/>
                    <a:pt x="287510" y="705943"/>
                  </a:cubicBezTo>
                  <a:cubicBezTo>
                    <a:pt x="267489" y="620071"/>
                    <a:pt x="369145" y="521848"/>
                    <a:pt x="346442" y="462424"/>
                  </a:cubicBezTo>
                  <a:cubicBezTo>
                    <a:pt x="403809" y="516032"/>
                    <a:pt x="311962" y="613653"/>
                    <a:pt x="326740" y="688895"/>
                  </a:cubicBezTo>
                  <a:cubicBezTo>
                    <a:pt x="342890" y="771126"/>
                    <a:pt x="376099" y="823511"/>
                    <a:pt x="416205" y="782995"/>
                  </a:cubicBezTo>
                  <a:cubicBezTo>
                    <a:pt x="443357" y="755567"/>
                    <a:pt x="358680" y="688298"/>
                    <a:pt x="402004" y="596145"/>
                  </a:cubicBezTo>
                  <a:cubicBezTo>
                    <a:pt x="446159" y="502225"/>
                    <a:pt x="404315" y="364238"/>
                    <a:pt x="436547" y="324008"/>
                  </a:cubicBezTo>
                  <a:cubicBezTo>
                    <a:pt x="418138" y="427590"/>
                    <a:pt x="449681" y="473680"/>
                    <a:pt x="480963" y="540146"/>
                  </a:cubicBezTo>
                  <a:cubicBezTo>
                    <a:pt x="509710" y="601219"/>
                    <a:pt x="432232" y="718939"/>
                    <a:pt x="469712" y="749390"/>
                  </a:cubicBezTo>
                  <a:cubicBezTo>
                    <a:pt x="507192" y="779843"/>
                    <a:pt x="562183" y="712168"/>
                    <a:pt x="576213" y="626238"/>
                  </a:cubicBezTo>
                  <a:cubicBezTo>
                    <a:pt x="578349" y="741588"/>
                    <a:pt x="472038" y="847253"/>
                    <a:pt x="512154" y="878710"/>
                  </a:cubicBezTo>
                  <a:cubicBezTo>
                    <a:pt x="590334" y="939988"/>
                    <a:pt x="587101" y="736650"/>
                    <a:pt x="677087" y="673623"/>
                  </a:cubicBezTo>
                  <a:cubicBezTo>
                    <a:pt x="585376" y="791906"/>
                    <a:pt x="654344" y="892120"/>
                    <a:pt x="590872" y="1015567"/>
                  </a:cubicBezTo>
                  <a:cubicBezTo>
                    <a:pt x="557796" y="1079919"/>
                    <a:pt x="468903" y="1129822"/>
                    <a:pt x="428693" y="1152365"/>
                  </a:cubicBezTo>
                  <a:cubicBezTo>
                    <a:pt x="643353" y="1150072"/>
                    <a:pt x="626053" y="1131151"/>
                    <a:pt x="684562" y="993622"/>
                  </a:cubicBezTo>
                  <a:cubicBezTo>
                    <a:pt x="699001" y="959675"/>
                    <a:pt x="741304" y="944011"/>
                    <a:pt x="770598" y="912872"/>
                  </a:cubicBezTo>
                  <a:cubicBezTo>
                    <a:pt x="812720" y="868097"/>
                    <a:pt x="786976" y="806921"/>
                    <a:pt x="832360" y="717292"/>
                  </a:cubicBezTo>
                  <a:cubicBezTo>
                    <a:pt x="757208" y="789212"/>
                    <a:pt x="748490" y="922859"/>
                    <a:pt x="691766" y="879315"/>
                  </a:cubicBezTo>
                  <a:cubicBezTo>
                    <a:pt x="674411" y="865994"/>
                    <a:pt x="731847" y="815377"/>
                    <a:pt x="771215" y="735574"/>
                  </a:cubicBezTo>
                  <a:cubicBezTo>
                    <a:pt x="821288" y="634076"/>
                    <a:pt x="856891" y="493975"/>
                    <a:pt x="833013" y="417152"/>
                  </a:cubicBezTo>
                  <a:cubicBezTo>
                    <a:pt x="833338" y="545570"/>
                    <a:pt x="742015" y="655414"/>
                    <a:pt x="716772" y="638607"/>
                  </a:cubicBezTo>
                  <a:cubicBezTo>
                    <a:pt x="676026" y="611473"/>
                    <a:pt x="716988" y="565258"/>
                    <a:pt x="724634" y="502812"/>
                  </a:cubicBezTo>
                  <a:cubicBezTo>
                    <a:pt x="730383" y="455859"/>
                    <a:pt x="830543" y="372426"/>
                    <a:pt x="760060" y="302242"/>
                  </a:cubicBezTo>
                  <a:cubicBezTo>
                    <a:pt x="794087" y="384646"/>
                    <a:pt x="701709" y="403646"/>
                    <a:pt x="681155" y="472353"/>
                  </a:cubicBezTo>
                  <a:cubicBezTo>
                    <a:pt x="673701" y="497268"/>
                    <a:pt x="654800" y="540844"/>
                    <a:pt x="620408" y="506903"/>
                  </a:cubicBezTo>
                  <a:cubicBezTo>
                    <a:pt x="593952" y="480793"/>
                    <a:pt x="656549" y="459499"/>
                    <a:pt x="651459" y="312205"/>
                  </a:cubicBezTo>
                  <a:cubicBezTo>
                    <a:pt x="649227" y="247613"/>
                    <a:pt x="769849" y="198304"/>
                    <a:pt x="689059" y="66908"/>
                  </a:cubicBezTo>
                  <a:cubicBezTo>
                    <a:pt x="718853" y="148517"/>
                    <a:pt x="642985" y="240634"/>
                    <a:pt x="599678" y="232272"/>
                  </a:cubicBezTo>
                  <a:cubicBezTo>
                    <a:pt x="553592" y="223374"/>
                    <a:pt x="548718" y="156333"/>
                    <a:pt x="537940" y="123094"/>
                  </a:cubicBezTo>
                  <a:cubicBezTo>
                    <a:pt x="542534" y="185937"/>
                    <a:pt x="531689" y="224674"/>
                    <a:pt x="583875" y="320035"/>
                  </a:cubicBezTo>
                  <a:cubicBezTo>
                    <a:pt x="605481" y="359515"/>
                    <a:pt x="520932" y="428690"/>
                    <a:pt x="493355" y="376411"/>
                  </a:cubicBezTo>
                  <a:cubicBezTo>
                    <a:pt x="466919" y="326298"/>
                    <a:pt x="530467" y="308114"/>
                    <a:pt x="515482" y="263253"/>
                  </a:cubicBezTo>
                  <a:cubicBezTo>
                    <a:pt x="496062" y="205113"/>
                    <a:pt x="433809" y="254806"/>
                    <a:pt x="423059" y="169587"/>
                  </a:cubicBezTo>
                  <a:cubicBezTo>
                    <a:pt x="411805" y="80368"/>
                    <a:pt x="439455" y="13614"/>
                    <a:pt x="567198" y="6467"/>
                  </a:cubicBezTo>
                  <a:close/>
                </a:path>
              </a:pathLst>
            </a:custGeom>
            <a:solidFill>
              <a:srgbClr val="FF00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5F483E9-BB02-8589-509F-F10C1A2EE697}"/>
                </a:ext>
              </a:extLst>
            </p:cNvPr>
            <p:cNvSpPr/>
            <p:nvPr/>
          </p:nvSpPr>
          <p:spPr>
            <a:xfrm>
              <a:off x="3929404" y="5400208"/>
              <a:ext cx="511615" cy="906742"/>
            </a:xfrm>
            <a:custGeom>
              <a:avLst/>
              <a:gdLst>
                <a:gd name="connsiteX0" fmla="*/ 238841 w 511615"/>
                <a:gd name="connsiteY0" fmla="*/ -9 h 906742"/>
                <a:gd name="connsiteX1" fmla="*/ 199681 w 511615"/>
                <a:gd name="connsiteY1" fmla="*/ 298204 h 906742"/>
                <a:gd name="connsiteX2" fmla="*/ 215756 w 511615"/>
                <a:gd name="connsiteY2" fmla="*/ 502985 h 906742"/>
                <a:gd name="connsiteX3" fmla="*/ 114348 w 511615"/>
                <a:gd name="connsiteY3" fmla="*/ 399841 h 906742"/>
                <a:gd name="connsiteX4" fmla="*/ 136655 w 511615"/>
                <a:gd name="connsiteY4" fmla="*/ 151673 h 906742"/>
                <a:gd name="connsiteX5" fmla="*/ 69875 w 511615"/>
                <a:gd name="connsiteY5" fmla="*/ 418523 h 906742"/>
                <a:gd name="connsiteX6" fmla="*/ 129501 w 511615"/>
                <a:gd name="connsiteY6" fmla="*/ 615296 h 906742"/>
                <a:gd name="connsiteX7" fmla="*/ 161722 w 511615"/>
                <a:gd name="connsiteY7" fmla="*/ 747322 h 906742"/>
                <a:gd name="connsiteX8" fmla="*/ 119163 w 511615"/>
                <a:gd name="connsiteY8" fmla="*/ 675458 h 906742"/>
                <a:gd name="connsiteX9" fmla="*/ 59961 w 511615"/>
                <a:gd name="connsiteY9" fmla="*/ 663480 h 906742"/>
                <a:gd name="connsiteX10" fmla="*/ 7060 w 511615"/>
                <a:gd name="connsiteY10" fmla="*/ 461164 h 906742"/>
                <a:gd name="connsiteX11" fmla="*/ 404 w 511615"/>
                <a:gd name="connsiteY11" fmla="*/ 706813 h 906742"/>
                <a:gd name="connsiteX12" fmla="*/ 97633 w 511615"/>
                <a:gd name="connsiteY12" fmla="*/ 882573 h 906742"/>
                <a:gd name="connsiteX13" fmla="*/ 135521 w 511615"/>
                <a:gd name="connsiteY13" fmla="*/ 900916 h 906742"/>
                <a:gd name="connsiteX14" fmla="*/ 231830 w 511615"/>
                <a:gd name="connsiteY14" fmla="*/ 906734 h 906742"/>
                <a:gd name="connsiteX15" fmla="*/ 413826 w 511615"/>
                <a:gd name="connsiteY15" fmla="*/ 757870 h 906742"/>
                <a:gd name="connsiteX16" fmla="*/ 511622 w 511615"/>
                <a:gd name="connsiteY16" fmla="*/ 383155 h 906742"/>
                <a:gd name="connsiteX17" fmla="*/ 324598 w 511615"/>
                <a:gd name="connsiteY17" fmla="*/ 607910 h 906742"/>
                <a:gd name="connsiteX18" fmla="*/ 397184 w 511615"/>
                <a:gd name="connsiteY18" fmla="*/ 331204 h 906742"/>
                <a:gd name="connsiteX19" fmla="*/ 276443 w 511615"/>
                <a:gd name="connsiteY19" fmla="*/ 466173 h 906742"/>
                <a:gd name="connsiteX20" fmla="*/ 289190 w 511615"/>
                <a:gd name="connsiteY20" fmla="*/ 236885 h 906742"/>
                <a:gd name="connsiteX21" fmla="*/ 238839 w 511615"/>
                <a:gd name="connsiteY21" fmla="*/ -3 h 90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1615" h="906742">
                  <a:moveTo>
                    <a:pt x="238841" y="-9"/>
                  </a:moveTo>
                  <a:cubicBezTo>
                    <a:pt x="202294" y="44073"/>
                    <a:pt x="249747" y="195271"/>
                    <a:pt x="199681" y="298204"/>
                  </a:cubicBezTo>
                  <a:cubicBezTo>
                    <a:pt x="150556" y="399195"/>
                    <a:pt x="246542" y="472927"/>
                    <a:pt x="215756" y="502985"/>
                  </a:cubicBezTo>
                  <a:cubicBezTo>
                    <a:pt x="170280" y="547386"/>
                    <a:pt x="132660" y="489959"/>
                    <a:pt x="114348" y="399841"/>
                  </a:cubicBezTo>
                  <a:cubicBezTo>
                    <a:pt x="97590" y="317377"/>
                    <a:pt x="201704" y="210418"/>
                    <a:pt x="136655" y="151673"/>
                  </a:cubicBezTo>
                  <a:cubicBezTo>
                    <a:pt x="162398" y="216798"/>
                    <a:pt x="47173" y="324425"/>
                    <a:pt x="69875" y="418523"/>
                  </a:cubicBezTo>
                  <a:cubicBezTo>
                    <a:pt x="97007" y="530992"/>
                    <a:pt x="111605" y="555235"/>
                    <a:pt x="129501" y="615296"/>
                  </a:cubicBezTo>
                  <a:cubicBezTo>
                    <a:pt x="138298" y="644822"/>
                    <a:pt x="209689" y="718002"/>
                    <a:pt x="161722" y="747322"/>
                  </a:cubicBezTo>
                  <a:cubicBezTo>
                    <a:pt x="128397" y="767692"/>
                    <a:pt x="119163" y="675458"/>
                    <a:pt x="119163" y="675458"/>
                  </a:cubicBezTo>
                  <a:cubicBezTo>
                    <a:pt x="119163" y="675458"/>
                    <a:pt x="92375" y="754227"/>
                    <a:pt x="59961" y="663480"/>
                  </a:cubicBezTo>
                  <a:cubicBezTo>
                    <a:pt x="39298" y="605634"/>
                    <a:pt x="68761" y="558909"/>
                    <a:pt x="7060" y="461164"/>
                  </a:cubicBezTo>
                  <a:cubicBezTo>
                    <a:pt x="50438" y="605009"/>
                    <a:pt x="-5170" y="638561"/>
                    <a:pt x="404" y="706813"/>
                  </a:cubicBezTo>
                  <a:cubicBezTo>
                    <a:pt x="6652" y="783306"/>
                    <a:pt x="30396" y="838595"/>
                    <a:pt x="97633" y="882573"/>
                  </a:cubicBezTo>
                  <a:lnTo>
                    <a:pt x="135521" y="900916"/>
                  </a:lnTo>
                  <a:lnTo>
                    <a:pt x="231830" y="906734"/>
                  </a:lnTo>
                  <a:cubicBezTo>
                    <a:pt x="278172" y="881617"/>
                    <a:pt x="376777" y="827517"/>
                    <a:pt x="413826" y="757870"/>
                  </a:cubicBezTo>
                  <a:cubicBezTo>
                    <a:pt x="485800" y="622577"/>
                    <a:pt x="407604" y="512769"/>
                    <a:pt x="511622" y="383155"/>
                  </a:cubicBezTo>
                  <a:cubicBezTo>
                    <a:pt x="409584" y="452235"/>
                    <a:pt x="413244" y="675082"/>
                    <a:pt x="324598" y="607910"/>
                  </a:cubicBezTo>
                  <a:cubicBezTo>
                    <a:pt x="279110" y="573450"/>
                    <a:pt x="399606" y="457610"/>
                    <a:pt x="397184" y="331204"/>
                  </a:cubicBezTo>
                  <a:cubicBezTo>
                    <a:pt x="381276" y="425375"/>
                    <a:pt x="318942" y="499547"/>
                    <a:pt x="276443" y="466173"/>
                  </a:cubicBezTo>
                  <a:cubicBezTo>
                    <a:pt x="233944" y="432800"/>
                    <a:pt x="321786" y="303818"/>
                    <a:pt x="289190" y="236885"/>
                  </a:cubicBezTo>
                  <a:cubicBezTo>
                    <a:pt x="253719" y="164055"/>
                    <a:pt x="217966" y="113522"/>
                    <a:pt x="238839" y="-3"/>
                  </a:cubicBezTo>
                  <a:close/>
                </a:path>
              </a:pathLst>
            </a:custGeom>
            <a:solidFill>
              <a:srgbClr val="000000">
                <a:alpha val="22000"/>
              </a:srgbClr>
            </a:solidFill>
            <a:ln w="2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457BF3-7290-D815-691D-1256B6DD41D7}"/>
                </a:ext>
              </a:extLst>
            </p:cNvPr>
            <p:cNvSpPr/>
            <p:nvPr/>
          </p:nvSpPr>
          <p:spPr>
            <a:xfrm>
              <a:off x="3947179" y="5456945"/>
              <a:ext cx="451200" cy="827408"/>
            </a:xfrm>
            <a:custGeom>
              <a:avLst/>
              <a:gdLst>
                <a:gd name="connsiteX0" fmla="*/ 210630 w 451200"/>
                <a:gd name="connsiteY0" fmla="*/ 0 h 827408"/>
                <a:gd name="connsiteX1" fmla="*/ 176093 w 451200"/>
                <a:gd name="connsiteY1" fmla="*/ 272117 h 827408"/>
                <a:gd name="connsiteX2" fmla="*/ 190270 w 451200"/>
                <a:gd name="connsiteY2" fmla="*/ 458977 h 827408"/>
                <a:gd name="connsiteX3" fmla="*/ 100837 w 451200"/>
                <a:gd name="connsiteY3" fmla="*/ 364860 h 827408"/>
                <a:gd name="connsiteX4" fmla="*/ 120510 w 451200"/>
                <a:gd name="connsiteY4" fmla="*/ 138409 h 827408"/>
                <a:gd name="connsiteX5" fmla="*/ 53398 w 451200"/>
                <a:gd name="connsiteY5" fmla="*/ 378150 h 827408"/>
                <a:gd name="connsiteX6" fmla="*/ 106209 w 451200"/>
                <a:gd name="connsiteY6" fmla="*/ 553481 h 827408"/>
                <a:gd name="connsiteX7" fmla="*/ 138622 w 451200"/>
                <a:gd name="connsiteY7" fmla="*/ 673953 h 827408"/>
                <a:gd name="connsiteX8" fmla="*/ 105085 w 451200"/>
                <a:gd name="connsiteY8" fmla="*/ 616372 h 827408"/>
                <a:gd name="connsiteX9" fmla="*/ 52874 w 451200"/>
                <a:gd name="connsiteY9" fmla="*/ 605442 h 827408"/>
                <a:gd name="connsiteX10" fmla="*/ 6221 w 451200"/>
                <a:gd name="connsiteY10" fmla="*/ 420830 h 827408"/>
                <a:gd name="connsiteX11" fmla="*/ 351 w 451200"/>
                <a:gd name="connsiteY11" fmla="*/ 644983 h 827408"/>
                <a:gd name="connsiteX12" fmla="*/ 86099 w 451200"/>
                <a:gd name="connsiteY12" fmla="*/ 805363 h 827408"/>
                <a:gd name="connsiteX13" fmla="*/ 119512 w 451200"/>
                <a:gd name="connsiteY13" fmla="*/ 822100 h 827408"/>
                <a:gd name="connsiteX14" fmla="*/ 204448 w 451200"/>
                <a:gd name="connsiteY14" fmla="*/ 827409 h 827408"/>
                <a:gd name="connsiteX15" fmla="*/ 364953 w 451200"/>
                <a:gd name="connsiteY15" fmla="*/ 691572 h 827408"/>
                <a:gd name="connsiteX16" fmla="*/ 451200 w 451200"/>
                <a:gd name="connsiteY16" fmla="*/ 349648 h 827408"/>
                <a:gd name="connsiteX17" fmla="*/ 286261 w 451200"/>
                <a:gd name="connsiteY17" fmla="*/ 554735 h 827408"/>
                <a:gd name="connsiteX18" fmla="*/ 350276 w 451200"/>
                <a:gd name="connsiteY18" fmla="*/ 302243 h 827408"/>
                <a:gd name="connsiteX19" fmla="*/ 243793 w 451200"/>
                <a:gd name="connsiteY19" fmla="*/ 425401 h 827408"/>
                <a:gd name="connsiteX20" fmla="*/ 255035 w 451200"/>
                <a:gd name="connsiteY20" fmla="*/ 216177 h 827408"/>
                <a:gd name="connsiteX21" fmla="*/ 210630 w 451200"/>
                <a:gd name="connsiteY21" fmla="*/ 19 h 82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1200" h="827408">
                  <a:moveTo>
                    <a:pt x="210630" y="0"/>
                  </a:moveTo>
                  <a:cubicBezTo>
                    <a:pt x="178398" y="40224"/>
                    <a:pt x="220247" y="178191"/>
                    <a:pt x="176093" y="272117"/>
                  </a:cubicBezTo>
                  <a:cubicBezTo>
                    <a:pt x="132770" y="364270"/>
                    <a:pt x="217420" y="431550"/>
                    <a:pt x="190270" y="458977"/>
                  </a:cubicBezTo>
                  <a:cubicBezTo>
                    <a:pt x="150164" y="499493"/>
                    <a:pt x="116987" y="447091"/>
                    <a:pt x="100837" y="364860"/>
                  </a:cubicBezTo>
                  <a:cubicBezTo>
                    <a:pt x="86058" y="289612"/>
                    <a:pt x="177878" y="192013"/>
                    <a:pt x="120510" y="138409"/>
                  </a:cubicBezTo>
                  <a:cubicBezTo>
                    <a:pt x="140399" y="203462"/>
                    <a:pt x="52059" y="285559"/>
                    <a:pt x="53398" y="378150"/>
                  </a:cubicBezTo>
                  <a:cubicBezTo>
                    <a:pt x="54593" y="460882"/>
                    <a:pt x="76353" y="497269"/>
                    <a:pt x="106209" y="553481"/>
                  </a:cubicBezTo>
                  <a:cubicBezTo>
                    <a:pt x="119360" y="578242"/>
                    <a:pt x="180925" y="647199"/>
                    <a:pt x="138622" y="673953"/>
                  </a:cubicBezTo>
                  <a:cubicBezTo>
                    <a:pt x="109232" y="692540"/>
                    <a:pt x="105085" y="616372"/>
                    <a:pt x="105085" y="616372"/>
                  </a:cubicBezTo>
                  <a:cubicBezTo>
                    <a:pt x="105085" y="616372"/>
                    <a:pt x="81461" y="688248"/>
                    <a:pt x="52874" y="605442"/>
                  </a:cubicBezTo>
                  <a:cubicBezTo>
                    <a:pt x="34652" y="552658"/>
                    <a:pt x="60635" y="510022"/>
                    <a:pt x="6221" y="420830"/>
                  </a:cubicBezTo>
                  <a:cubicBezTo>
                    <a:pt x="44477" y="552088"/>
                    <a:pt x="-4565" y="582703"/>
                    <a:pt x="351" y="644983"/>
                  </a:cubicBezTo>
                  <a:cubicBezTo>
                    <a:pt x="5861" y="714783"/>
                    <a:pt x="26801" y="765233"/>
                    <a:pt x="86099" y="805363"/>
                  </a:cubicBezTo>
                  <a:lnTo>
                    <a:pt x="119512" y="822100"/>
                  </a:lnTo>
                  <a:lnTo>
                    <a:pt x="204448" y="827409"/>
                  </a:lnTo>
                  <a:cubicBezTo>
                    <a:pt x="245318" y="804490"/>
                    <a:pt x="332279" y="755125"/>
                    <a:pt x="364953" y="691572"/>
                  </a:cubicBezTo>
                  <a:cubicBezTo>
                    <a:pt x="428427" y="568119"/>
                    <a:pt x="359466" y="467919"/>
                    <a:pt x="451200" y="349648"/>
                  </a:cubicBezTo>
                  <a:cubicBezTo>
                    <a:pt x="361211" y="412683"/>
                    <a:pt x="364439" y="616029"/>
                    <a:pt x="286261" y="554735"/>
                  </a:cubicBezTo>
                  <a:cubicBezTo>
                    <a:pt x="246145" y="523290"/>
                    <a:pt x="352412" y="417587"/>
                    <a:pt x="350276" y="302243"/>
                  </a:cubicBezTo>
                  <a:cubicBezTo>
                    <a:pt x="336247" y="388173"/>
                    <a:pt x="281273" y="455854"/>
                    <a:pt x="243793" y="425401"/>
                  </a:cubicBezTo>
                  <a:cubicBezTo>
                    <a:pt x="206313" y="394948"/>
                    <a:pt x="283781" y="277254"/>
                    <a:pt x="255035" y="216177"/>
                  </a:cubicBezTo>
                  <a:cubicBezTo>
                    <a:pt x="223752" y="149721"/>
                    <a:pt x="192221" y="103609"/>
                    <a:pt x="210630" y="19"/>
                  </a:cubicBezTo>
                  <a:close/>
                </a:path>
              </a:pathLst>
            </a:custGeom>
            <a:solidFill>
              <a:srgbClr val="FF7D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A18992D-E25C-6999-25CC-2FC045768AB4}"/>
              </a:ext>
            </a:extLst>
          </p:cNvPr>
          <p:cNvSpPr/>
          <p:nvPr/>
        </p:nvSpPr>
        <p:spPr>
          <a:xfrm rot="5400000">
            <a:off x="3425344" y="2983191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87E791-259D-F95B-0CE6-5D05859CF811}"/>
              </a:ext>
            </a:extLst>
          </p:cNvPr>
          <p:cNvSpPr/>
          <p:nvPr/>
        </p:nvSpPr>
        <p:spPr>
          <a:xfrm rot="5400000">
            <a:off x="3812169" y="2408426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CB48F4-CDF9-B61D-1532-95DE2CF0CF66}"/>
              </a:ext>
            </a:extLst>
          </p:cNvPr>
          <p:cNvSpPr txBox="1"/>
          <p:nvPr/>
        </p:nvSpPr>
        <p:spPr>
          <a:xfrm>
            <a:off x="4097279" y="3126529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2D7CDF68-884F-6D59-DA53-1739807E1CF7}"/>
              </a:ext>
            </a:extLst>
          </p:cNvPr>
          <p:cNvSpPr/>
          <p:nvPr/>
        </p:nvSpPr>
        <p:spPr>
          <a:xfrm rot="5400000">
            <a:off x="6175971" y="3095184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56926D-4CA0-3FFF-081D-FA118DACFE73}"/>
              </a:ext>
            </a:extLst>
          </p:cNvPr>
          <p:cNvSpPr/>
          <p:nvPr/>
        </p:nvSpPr>
        <p:spPr>
          <a:xfrm>
            <a:off x="7268961" y="2743491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AB1BCD87-5CDD-0377-AF84-86C23959005D}"/>
              </a:ext>
            </a:extLst>
          </p:cNvPr>
          <p:cNvSpPr/>
          <p:nvPr/>
        </p:nvSpPr>
        <p:spPr>
          <a:xfrm rot="5400000">
            <a:off x="7697066" y="3095184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F9B09-6B9B-8DC5-A290-9211E492A02B}"/>
              </a:ext>
            </a:extLst>
          </p:cNvPr>
          <p:cNvSpPr txBox="1"/>
          <p:nvPr/>
        </p:nvSpPr>
        <p:spPr>
          <a:xfrm>
            <a:off x="7199451" y="3234255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9E25BEAC-0BC5-BCFE-F99F-B19B28FA7C11}"/>
              </a:ext>
            </a:extLst>
          </p:cNvPr>
          <p:cNvSpPr/>
          <p:nvPr/>
        </p:nvSpPr>
        <p:spPr>
          <a:xfrm rot="5400000">
            <a:off x="8728136" y="3095184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7D92E80-57FE-D8B3-0403-7639CBF88775}"/>
              </a:ext>
            </a:extLst>
          </p:cNvPr>
          <p:cNvSpPr/>
          <p:nvPr/>
        </p:nvSpPr>
        <p:spPr>
          <a:xfrm>
            <a:off x="3620425" y="2118765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846214B6-BBEA-1E12-3F8A-271EC90698F5}"/>
              </a:ext>
            </a:extLst>
          </p:cNvPr>
          <p:cNvSpPr/>
          <p:nvPr/>
        </p:nvSpPr>
        <p:spPr>
          <a:xfrm rot="10800000">
            <a:off x="3620425" y="4190788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F1725F-15FF-4A4D-6A43-C24AD116E8ED}"/>
              </a:ext>
            </a:extLst>
          </p:cNvPr>
          <p:cNvCxnSpPr>
            <a:cxnSpLocks/>
          </p:cNvCxnSpPr>
          <p:nvPr/>
        </p:nvCxnSpPr>
        <p:spPr>
          <a:xfrm>
            <a:off x="3620425" y="3388139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2336A587-626B-66AC-A336-D86C58717622}"/>
              </a:ext>
            </a:extLst>
          </p:cNvPr>
          <p:cNvSpPr/>
          <p:nvPr/>
        </p:nvSpPr>
        <p:spPr>
          <a:xfrm>
            <a:off x="5484559" y="3280711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938CA58-3C69-5139-CEB0-61E8D8A805CC}"/>
              </a:ext>
            </a:extLst>
          </p:cNvPr>
          <p:cNvSpPr/>
          <p:nvPr/>
        </p:nvSpPr>
        <p:spPr>
          <a:xfrm>
            <a:off x="6584022" y="3280711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EA75545-DE6B-B641-D278-B69D7F724D5E}"/>
              </a:ext>
            </a:extLst>
          </p:cNvPr>
          <p:cNvCxnSpPr>
            <a:cxnSpLocks/>
          </p:cNvCxnSpPr>
          <p:nvPr/>
        </p:nvCxnSpPr>
        <p:spPr>
          <a:xfrm>
            <a:off x="5667439" y="3374172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D6D5003-50FF-8504-4E43-53BBB1652913}"/>
              </a:ext>
            </a:extLst>
          </p:cNvPr>
          <p:cNvCxnSpPr>
            <a:cxnSpLocks/>
          </p:cNvCxnSpPr>
          <p:nvPr/>
        </p:nvCxnSpPr>
        <p:spPr>
          <a:xfrm flipH="1">
            <a:off x="6207332" y="3374172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FD57AA-6904-54D6-0913-F6F559083B8B}"/>
              </a:ext>
            </a:extLst>
          </p:cNvPr>
          <p:cNvCxnSpPr>
            <a:cxnSpLocks/>
          </p:cNvCxnSpPr>
          <p:nvPr/>
        </p:nvCxnSpPr>
        <p:spPr>
          <a:xfrm>
            <a:off x="6033199" y="3237012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339F0A8-9C3A-3713-5A9A-B9B57F8E5CAF}"/>
              </a:ext>
            </a:extLst>
          </p:cNvPr>
          <p:cNvCxnSpPr>
            <a:cxnSpLocks/>
          </p:cNvCxnSpPr>
          <p:nvPr/>
        </p:nvCxnSpPr>
        <p:spPr>
          <a:xfrm>
            <a:off x="6201930" y="3237012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9E066BB9-F9FF-6CBA-72CD-F0930D01C436}"/>
              </a:ext>
            </a:extLst>
          </p:cNvPr>
          <p:cNvSpPr/>
          <p:nvPr/>
        </p:nvSpPr>
        <p:spPr>
          <a:xfrm rot="5400000">
            <a:off x="6060374" y="3034758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68418432-CF6B-B8A4-2E18-A5BDCC8CA983}"/>
              </a:ext>
            </a:extLst>
          </p:cNvPr>
          <p:cNvSpPr/>
          <p:nvPr/>
        </p:nvSpPr>
        <p:spPr>
          <a:xfrm rot="16200000">
            <a:off x="6065815" y="3323869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9EDB74-693D-E751-FB82-D017D9A319A3}"/>
              </a:ext>
            </a:extLst>
          </p:cNvPr>
          <p:cNvSpPr txBox="1"/>
          <p:nvPr/>
        </p:nvSpPr>
        <p:spPr>
          <a:xfrm>
            <a:off x="7199451" y="3237118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415F5-99A2-F1CB-7B23-4D9C1F3FC4E6}"/>
              </a:ext>
            </a:extLst>
          </p:cNvPr>
          <p:cNvSpPr txBox="1"/>
          <p:nvPr/>
        </p:nvSpPr>
        <p:spPr>
          <a:xfrm>
            <a:off x="7550586" y="1439810"/>
            <a:ext cx="3735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Receiver</a:t>
            </a:r>
            <a:r>
              <a:rPr lang="en-US" dirty="0"/>
              <a:t> – vibration on important components in the payload</a:t>
            </a:r>
            <a:endParaRPr lang="en-US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4B36DEB-9525-F6D4-FFAD-24340D38D575}"/>
              </a:ext>
            </a:extLst>
          </p:cNvPr>
          <p:cNvCxnSpPr>
            <a:cxnSpLocks/>
          </p:cNvCxnSpPr>
          <p:nvPr/>
        </p:nvCxnSpPr>
        <p:spPr>
          <a:xfrm>
            <a:off x="7862083" y="2086141"/>
            <a:ext cx="396111" cy="10930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92CB805-D485-078E-E69D-514952CE532C}"/>
              </a:ext>
            </a:extLst>
          </p:cNvPr>
          <p:cNvSpPr/>
          <p:nvPr/>
        </p:nvSpPr>
        <p:spPr>
          <a:xfrm>
            <a:off x="6901494" y="3701960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9863C1B1-0CEC-1E33-F7F8-F1E2EA903EF8}"/>
              </a:ext>
            </a:extLst>
          </p:cNvPr>
          <p:cNvSpPr/>
          <p:nvPr/>
        </p:nvSpPr>
        <p:spPr>
          <a:xfrm>
            <a:off x="6863490" y="366538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DB7BA92A-7396-1C6C-53A3-38A6EC331D77}"/>
              </a:ext>
            </a:extLst>
          </p:cNvPr>
          <p:cNvSpPr/>
          <p:nvPr/>
        </p:nvSpPr>
        <p:spPr>
          <a:xfrm>
            <a:off x="6819198" y="361966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DD6CDA01-53A8-4CEF-2C80-F4C555679155}"/>
              </a:ext>
            </a:extLst>
          </p:cNvPr>
          <p:cNvSpPr/>
          <p:nvPr/>
        </p:nvSpPr>
        <p:spPr>
          <a:xfrm>
            <a:off x="6773478" y="357394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0DD772FF-085E-3887-B4B7-734A86447268}"/>
              </a:ext>
            </a:extLst>
          </p:cNvPr>
          <p:cNvSpPr/>
          <p:nvPr/>
        </p:nvSpPr>
        <p:spPr>
          <a:xfrm rot="10800000">
            <a:off x="6863490" y="366538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9FAE8A54-92C5-379A-7B68-0B97C4C7828F}"/>
              </a:ext>
            </a:extLst>
          </p:cNvPr>
          <p:cNvSpPr/>
          <p:nvPr/>
        </p:nvSpPr>
        <p:spPr>
          <a:xfrm rot="10800000">
            <a:off x="6819198" y="361966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4B7C0550-F822-6E2D-8A10-10960355765A}"/>
              </a:ext>
            </a:extLst>
          </p:cNvPr>
          <p:cNvSpPr/>
          <p:nvPr/>
        </p:nvSpPr>
        <p:spPr>
          <a:xfrm rot="10800000">
            <a:off x="6773478" y="357394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F2C4216-5F57-974B-4511-4C1A86647C1A}"/>
              </a:ext>
            </a:extLst>
          </p:cNvPr>
          <p:cNvSpPr/>
          <p:nvPr/>
        </p:nvSpPr>
        <p:spPr>
          <a:xfrm>
            <a:off x="7624339" y="2941430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E7666778-A0A4-B9E6-8170-CE1B5BA1F3E4}"/>
              </a:ext>
            </a:extLst>
          </p:cNvPr>
          <p:cNvSpPr/>
          <p:nvPr/>
        </p:nvSpPr>
        <p:spPr>
          <a:xfrm>
            <a:off x="7586335" y="290485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D38E837F-5425-DD81-367C-586F4B64B2EB}"/>
              </a:ext>
            </a:extLst>
          </p:cNvPr>
          <p:cNvSpPr/>
          <p:nvPr/>
        </p:nvSpPr>
        <p:spPr>
          <a:xfrm>
            <a:off x="7542043" y="285913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BE1A3B37-6EFB-BB04-327B-2B6D172D4C4B}"/>
              </a:ext>
            </a:extLst>
          </p:cNvPr>
          <p:cNvSpPr/>
          <p:nvPr/>
        </p:nvSpPr>
        <p:spPr>
          <a:xfrm>
            <a:off x="7496323" y="281341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80C884F-B77F-E73A-E1A6-FD96F75144F2}"/>
              </a:ext>
            </a:extLst>
          </p:cNvPr>
          <p:cNvSpPr/>
          <p:nvPr/>
        </p:nvSpPr>
        <p:spPr>
          <a:xfrm rot="10800000">
            <a:off x="7586335" y="290485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9400C91A-AB15-35AB-0D3A-05C97A1B8529}"/>
              </a:ext>
            </a:extLst>
          </p:cNvPr>
          <p:cNvSpPr/>
          <p:nvPr/>
        </p:nvSpPr>
        <p:spPr>
          <a:xfrm rot="10800000">
            <a:off x="7542043" y="285913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9A13B93-7CE5-CC41-6F10-596FBD3312B6}"/>
              </a:ext>
            </a:extLst>
          </p:cNvPr>
          <p:cNvSpPr/>
          <p:nvPr/>
        </p:nvSpPr>
        <p:spPr>
          <a:xfrm>
            <a:off x="8258194" y="3368172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44BDEA3A-C653-6C4F-0D42-672EF25F7BB2}"/>
              </a:ext>
            </a:extLst>
          </p:cNvPr>
          <p:cNvSpPr/>
          <p:nvPr/>
        </p:nvSpPr>
        <p:spPr>
          <a:xfrm>
            <a:off x="8220190" y="3331596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713F9971-9459-DE5F-5686-A3D4E66AD7AD}"/>
              </a:ext>
            </a:extLst>
          </p:cNvPr>
          <p:cNvSpPr/>
          <p:nvPr/>
        </p:nvSpPr>
        <p:spPr>
          <a:xfrm>
            <a:off x="8175898" y="3285876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1F5CDC9D-F2E1-68C8-01C1-C0DC96020BED}"/>
              </a:ext>
            </a:extLst>
          </p:cNvPr>
          <p:cNvSpPr/>
          <p:nvPr/>
        </p:nvSpPr>
        <p:spPr>
          <a:xfrm>
            <a:off x="8130178" y="3240156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029DA926-2DE4-74EB-9F2C-C738F648D6FE}"/>
              </a:ext>
            </a:extLst>
          </p:cNvPr>
          <p:cNvSpPr/>
          <p:nvPr/>
        </p:nvSpPr>
        <p:spPr>
          <a:xfrm rot="10800000">
            <a:off x="8220190" y="3331596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45474BD9-D7E6-367A-A156-DFA81A5996E3}"/>
              </a:ext>
            </a:extLst>
          </p:cNvPr>
          <p:cNvSpPr/>
          <p:nvPr/>
        </p:nvSpPr>
        <p:spPr>
          <a:xfrm rot="10800000">
            <a:off x="8175898" y="3285876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C25C7B09-7851-6672-48E5-D04769BB5180}"/>
              </a:ext>
            </a:extLst>
          </p:cNvPr>
          <p:cNvSpPr/>
          <p:nvPr/>
        </p:nvSpPr>
        <p:spPr>
          <a:xfrm rot="10800000">
            <a:off x="8130178" y="3240156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C281B7E-1C84-FDB7-0324-CEED918F9EBD}"/>
              </a:ext>
            </a:extLst>
          </p:cNvPr>
          <p:cNvCxnSpPr>
            <a:cxnSpLocks/>
          </p:cNvCxnSpPr>
          <p:nvPr/>
        </p:nvCxnSpPr>
        <p:spPr>
          <a:xfrm flipH="1">
            <a:off x="7734067" y="2086141"/>
            <a:ext cx="128016" cy="7729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AC29ACD-F6A2-8CE9-4B10-7BCB3011CF43}"/>
              </a:ext>
            </a:extLst>
          </p:cNvPr>
          <p:cNvCxnSpPr>
            <a:cxnSpLocks/>
          </p:cNvCxnSpPr>
          <p:nvPr/>
        </p:nvCxnSpPr>
        <p:spPr>
          <a:xfrm flipH="1">
            <a:off x="6901494" y="2086141"/>
            <a:ext cx="960589" cy="14878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6">
            <a:extLst>
              <a:ext uri="{FF2B5EF4-FFF2-40B4-BE49-F238E27FC236}">
                <a16:creationId xmlns:a16="http://schemas.microsoft.com/office/drawing/2014/main" id="{E8C95436-41A3-1028-6A4C-1491F857D9BB}"/>
              </a:ext>
            </a:extLst>
          </p:cNvPr>
          <p:cNvSpPr/>
          <p:nvPr/>
        </p:nvSpPr>
        <p:spPr>
          <a:xfrm>
            <a:off x="2360341" y="2799905"/>
            <a:ext cx="1354847" cy="1174033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E92A1C-449E-E440-5CA6-7BCE4B89A97F}"/>
              </a:ext>
            </a:extLst>
          </p:cNvPr>
          <p:cNvSpPr txBox="1"/>
          <p:nvPr/>
        </p:nvSpPr>
        <p:spPr>
          <a:xfrm>
            <a:off x="862770" y="1746133"/>
            <a:ext cx="2321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Source</a:t>
            </a:r>
            <a:r>
              <a:rPr lang="en-US" dirty="0"/>
              <a:t> – forces acting on the system</a:t>
            </a:r>
            <a:endParaRPr lang="en-US" b="1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6CCABBA-85D9-53EE-651A-6E11474BB0FE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2023564" y="2392464"/>
            <a:ext cx="371316" cy="4802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Arc 72">
            <a:extLst>
              <a:ext uri="{FF2B5EF4-FFF2-40B4-BE49-F238E27FC236}">
                <a16:creationId xmlns:a16="http://schemas.microsoft.com/office/drawing/2014/main" id="{81F38181-7A4A-D4D4-59FC-21DAFF9D447A}"/>
              </a:ext>
            </a:extLst>
          </p:cNvPr>
          <p:cNvSpPr/>
          <p:nvPr/>
        </p:nvSpPr>
        <p:spPr>
          <a:xfrm rot="21321119">
            <a:off x="3211313" y="1605471"/>
            <a:ext cx="5359578" cy="2667539"/>
          </a:xfrm>
          <a:prstGeom prst="arc">
            <a:avLst>
              <a:gd name="adj1" fmla="val 1200278"/>
              <a:gd name="adj2" fmla="val 9600902"/>
            </a:avLst>
          </a:prstGeom>
          <a:ln w="57150">
            <a:solidFill>
              <a:schemeClr val="accent4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CBBDA9-28D5-B4D0-67AB-D2DA0B619BA0}"/>
              </a:ext>
            </a:extLst>
          </p:cNvPr>
          <p:cNvSpPr txBox="1"/>
          <p:nvPr/>
        </p:nvSpPr>
        <p:spPr>
          <a:xfrm>
            <a:off x="6184488" y="4251690"/>
            <a:ext cx="2507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Path</a:t>
            </a:r>
            <a:r>
              <a:rPr lang="en-US" dirty="0"/>
              <a:t> – how energy moves in the system</a:t>
            </a:r>
            <a:endParaRPr lang="en-US" b="1" dirty="0"/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E61FF3B1-805C-30E3-076F-3BF54453CA4F}"/>
              </a:ext>
            </a:extLst>
          </p:cNvPr>
          <p:cNvSpPr/>
          <p:nvPr/>
        </p:nvSpPr>
        <p:spPr>
          <a:xfrm rot="10800000">
            <a:off x="7490172" y="281341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10DB7-3636-E7BA-2C24-FF2D14FFC611}"/>
              </a:ext>
            </a:extLst>
          </p:cNvPr>
          <p:cNvSpPr txBox="1"/>
          <p:nvPr/>
        </p:nvSpPr>
        <p:spPr>
          <a:xfrm>
            <a:off x="5682169" y="2765337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</p:spTree>
    <p:extLst>
      <p:ext uri="{BB962C8B-B14F-4D97-AF65-F5344CB8AC3E}">
        <p14:creationId xmlns:p14="http://schemas.microsoft.com/office/powerpoint/2010/main" val="701622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F73B-1F29-A6B5-FEEF-A92A0D3C5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D399-E282-F5B1-FC4B-3AE18905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Source-Path-Receiver Framework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4D6E9B13-3A30-A52B-C88E-B11D21E56963}"/>
              </a:ext>
            </a:extLst>
          </p:cNvPr>
          <p:cNvSpPr/>
          <p:nvPr/>
        </p:nvSpPr>
        <p:spPr>
          <a:xfrm>
            <a:off x="9047015" y="3355110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6D79CC27-622B-E7DB-66B3-941E7EBAA727}"/>
              </a:ext>
            </a:extLst>
          </p:cNvPr>
          <p:cNvGrpSpPr/>
          <p:nvPr/>
        </p:nvGrpSpPr>
        <p:grpSpPr>
          <a:xfrm rot="16200000">
            <a:off x="2599578" y="2797481"/>
            <a:ext cx="860686" cy="1181316"/>
            <a:chOff x="3701202" y="5125633"/>
            <a:chExt cx="860686" cy="118131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FD2B46D-B155-DB41-A0CE-20E809F141EB}"/>
                </a:ext>
              </a:extLst>
            </p:cNvPr>
            <p:cNvSpPr/>
            <p:nvPr/>
          </p:nvSpPr>
          <p:spPr>
            <a:xfrm>
              <a:off x="3701202" y="5125633"/>
              <a:ext cx="860678" cy="1171638"/>
            </a:xfrm>
            <a:custGeom>
              <a:avLst/>
              <a:gdLst>
                <a:gd name="connsiteX0" fmla="*/ 580458 w 860678"/>
                <a:gd name="connsiteY0" fmla="*/ 6547 h 1171638"/>
                <a:gd name="connsiteX1" fmla="*/ 375371 w 860678"/>
                <a:gd name="connsiteY1" fmla="*/ 137931 h 1171638"/>
                <a:gd name="connsiteX2" fmla="*/ 319343 w 860678"/>
                <a:gd name="connsiteY2" fmla="*/ 120812 h 1171638"/>
                <a:gd name="connsiteX3" fmla="*/ 278787 w 860678"/>
                <a:gd name="connsiteY3" fmla="*/ 9479 h 1171638"/>
                <a:gd name="connsiteX4" fmla="*/ 338589 w 860678"/>
                <a:gd name="connsiteY4" fmla="*/ 216964 h 1171638"/>
                <a:gd name="connsiteX5" fmla="*/ 345253 w 860678"/>
                <a:gd name="connsiteY5" fmla="*/ 384503 h 1171638"/>
                <a:gd name="connsiteX6" fmla="*/ 244732 w 860678"/>
                <a:gd name="connsiteY6" fmla="*/ 303849 h 1171638"/>
                <a:gd name="connsiteX7" fmla="*/ 225980 w 860678"/>
                <a:gd name="connsiteY7" fmla="*/ 133085 h 1171638"/>
                <a:gd name="connsiteX8" fmla="*/ 179991 w 860678"/>
                <a:gd name="connsiteY8" fmla="*/ 264712 h 1171638"/>
                <a:gd name="connsiteX9" fmla="*/ 206469 w 860678"/>
                <a:gd name="connsiteY9" fmla="*/ 426713 h 1171638"/>
                <a:gd name="connsiteX10" fmla="*/ 263388 w 860678"/>
                <a:gd name="connsiteY10" fmla="*/ 568957 h 1171638"/>
                <a:gd name="connsiteX11" fmla="*/ 121137 w 860678"/>
                <a:gd name="connsiteY11" fmla="*/ 508612 h 1171638"/>
                <a:gd name="connsiteX12" fmla="*/ 43401 w 860678"/>
                <a:gd name="connsiteY12" fmla="*/ 253023 h 1171638"/>
                <a:gd name="connsiteX13" fmla="*/ 53355 w 860678"/>
                <a:gd name="connsiteY13" fmla="*/ 537551 h 1171638"/>
                <a:gd name="connsiteX14" fmla="*/ 186656 w 860678"/>
                <a:gd name="connsiteY14" fmla="*/ 774594 h 1171638"/>
                <a:gd name="connsiteX15" fmla="*/ 69409 w 860678"/>
                <a:gd name="connsiteY15" fmla="*/ 777041 h 1171638"/>
                <a:gd name="connsiteX16" fmla="*/ -395 w 860678"/>
                <a:gd name="connsiteY16" fmla="*/ 606610 h 1171638"/>
                <a:gd name="connsiteX17" fmla="*/ 34953 w 860678"/>
                <a:gd name="connsiteY17" fmla="*/ 831042 h 1171638"/>
                <a:gd name="connsiteX18" fmla="*/ 139415 w 860678"/>
                <a:gd name="connsiteY18" fmla="*/ 920583 h 1171638"/>
                <a:gd name="connsiteX19" fmla="*/ 192053 w 860678"/>
                <a:gd name="connsiteY19" fmla="*/ 967776 h 1171638"/>
                <a:gd name="connsiteX20" fmla="*/ 50699 w 860678"/>
                <a:gd name="connsiteY20" fmla="*/ 917524 h 1171638"/>
                <a:gd name="connsiteX21" fmla="*/ 206613 w 860678"/>
                <a:gd name="connsiteY21" fmla="*/ 1113755 h 1171638"/>
                <a:gd name="connsiteX22" fmla="*/ 356601 w 860678"/>
                <a:gd name="connsiteY22" fmla="*/ 1170029 h 1171638"/>
                <a:gd name="connsiteX23" fmla="*/ 231576 w 860678"/>
                <a:gd name="connsiteY23" fmla="*/ 985525 h 1171638"/>
                <a:gd name="connsiteX24" fmla="*/ 237597 w 860678"/>
                <a:gd name="connsiteY24" fmla="*/ 757595 h 1171638"/>
                <a:gd name="connsiteX25" fmla="*/ 285349 w 860678"/>
                <a:gd name="connsiteY25" fmla="*/ 945373 h 1171638"/>
                <a:gd name="connsiteX26" fmla="*/ 338764 w 860678"/>
                <a:gd name="connsiteY26" fmla="*/ 956454 h 1171638"/>
                <a:gd name="connsiteX27" fmla="*/ 377201 w 860678"/>
                <a:gd name="connsiteY27" fmla="*/ 1023128 h 1171638"/>
                <a:gd name="connsiteX28" fmla="*/ 348067 w 860678"/>
                <a:gd name="connsiteY28" fmla="*/ 900636 h 1171638"/>
                <a:gd name="connsiteX29" fmla="*/ 294261 w 860678"/>
                <a:gd name="connsiteY29" fmla="*/ 718020 h 1171638"/>
                <a:gd name="connsiteX30" fmla="*/ 354574 w 860678"/>
                <a:gd name="connsiteY30" fmla="*/ 470345 h 1171638"/>
                <a:gd name="connsiteX31" fmla="*/ 334411 w 860678"/>
                <a:gd name="connsiteY31" fmla="*/ 700693 h 1171638"/>
                <a:gd name="connsiteX32" fmla="*/ 425973 w 860678"/>
                <a:gd name="connsiteY32" fmla="*/ 796401 h 1171638"/>
                <a:gd name="connsiteX33" fmla="*/ 411439 w 860678"/>
                <a:gd name="connsiteY33" fmla="*/ 606355 h 1171638"/>
                <a:gd name="connsiteX34" fmla="*/ 446791 w 860678"/>
                <a:gd name="connsiteY34" fmla="*/ 329582 h 1171638"/>
                <a:gd name="connsiteX35" fmla="*/ 492249 w 860678"/>
                <a:gd name="connsiteY35" fmla="*/ 549418 h 1171638"/>
                <a:gd name="connsiteX36" fmla="*/ 480734 w 860678"/>
                <a:gd name="connsiteY36" fmla="*/ 762239 h 1171638"/>
                <a:gd name="connsiteX37" fmla="*/ 589729 w 860678"/>
                <a:gd name="connsiteY37" fmla="*/ 636981 h 1171638"/>
                <a:gd name="connsiteX38" fmla="*/ 524170 w 860678"/>
                <a:gd name="connsiteY38" fmla="*/ 893769 h 1171638"/>
                <a:gd name="connsiteX39" fmla="*/ 692968 w 860678"/>
                <a:gd name="connsiteY39" fmla="*/ 685165 h 1171638"/>
                <a:gd name="connsiteX40" fmla="*/ 604716 w 860678"/>
                <a:gd name="connsiteY40" fmla="*/ 1032945 h 1171638"/>
                <a:gd name="connsiteX41" fmla="*/ 438729 w 860678"/>
                <a:gd name="connsiteY41" fmla="*/ 1172071 h 1171638"/>
                <a:gd name="connsiteX42" fmla="*/ 700574 w 860678"/>
                <a:gd name="connsiteY42" fmla="*/ 1010611 h 1171638"/>
                <a:gd name="connsiteX43" fmla="*/ 788626 w 860678"/>
                <a:gd name="connsiteY43" fmla="*/ 928481 h 1171638"/>
                <a:gd name="connsiteX44" fmla="*/ 851835 w 860678"/>
                <a:gd name="connsiteY44" fmla="*/ 729555 h 1171638"/>
                <a:gd name="connsiteX45" fmla="*/ 707949 w 860678"/>
                <a:gd name="connsiteY45" fmla="*/ 894348 h 1171638"/>
                <a:gd name="connsiteX46" fmla="*/ 789258 w 860678"/>
                <a:gd name="connsiteY46" fmla="*/ 748149 h 1171638"/>
                <a:gd name="connsiteX47" fmla="*/ 852503 w 860678"/>
                <a:gd name="connsiteY47" fmla="*/ 424271 h 1171638"/>
                <a:gd name="connsiteX48" fmla="*/ 733540 w 860678"/>
                <a:gd name="connsiteY48" fmla="*/ 649503 h 1171638"/>
                <a:gd name="connsiteX49" fmla="*/ 741586 w 860678"/>
                <a:gd name="connsiteY49" fmla="*/ 511386 h 1171638"/>
                <a:gd name="connsiteX50" fmla="*/ 777841 w 860678"/>
                <a:gd name="connsiteY50" fmla="*/ 307379 h 1171638"/>
                <a:gd name="connsiteX51" fmla="*/ 697087 w 860678"/>
                <a:gd name="connsiteY51" fmla="*/ 480399 h 1171638"/>
                <a:gd name="connsiteX52" fmla="*/ 634918 w 860678"/>
                <a:gd name="connsiteY52" fmla="*/ 515541 h 1171638"/>
                <a:gd name="connsiteX53" fmla="*/ 666696 w 860678"/>
                <a:gd name="connsiteY53" fmla="*/ 317513 h 1171638"/>
                <a:gd name="connsiteX54" fmla="*/ 705177 w 860678"/>
                <a:gd name="connsiteY54" fmla="*/ 68019 h 1171638"/>
                <a:gd name="connsiteX55" fmla="*/ 613702 w 860678"/>
                <a:gd name="connsiteY55" fmla="*/ 236212 h 1171638"/>
                <a:gd name="connsiteX56" fmla="*/ 550517 w 860678"/>
                <a:gd name="connsiteY56" fmla="*/ 125165 h 1171638"/>
                <a:gd name="connsiteX57" fmla="*/ 597530 w 860678"/>
                <a:gd name="connsiteY57" fmla="*/ 325475 h 1171638"/>
                <a:gd name="connsiteX58" fmla="*/ 504889 w 860678"/>
                <a:gd name="connsiteY58" fmla="*/ 382816 h 1171638"/>
                <a:gd name="connsiteX59" fmla="*/ 527534 w 860678"/>
                <a:gd name="connsiteY59" fmla="*/ 267724 h 1171638"/>
                <a:gd name="connsiteX60" fmla="*/ 432944 w 860678"/>
                <a:gd name="connsiteY60" fmla="*/ 172455 h 1171638"/>
                <a:gd name="connsiteX61" fmla="*/ 580460 w 860678"/>
                <a:gd name="connsiteY61" fmla="*/ 6545 h 11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60678" h="1171638">
                  <a:moveTo>
                    <a:pt x="580458" y="6547"/>
                  </a:moveTo>
                  <a:cubicBezTo>
                    <a:pt x="453811" y="-21910"/>
                    <a:pt x="394455" y="53554"/>
                    <a:pt x="375371" y="137931"/>
                  </a:cubicBezTo>
                  <a:cubicBezTo>
                    <a:pt x="363784" y="189136"/>
                    <a:pt x="309353" y="159846"/>
                    <a:pt x="319343" y="120812"/>
                  </a:cubicBezTo>
                  <a:cubicBezTo>
                    <a:pt x="328085" y="86653"/>
                    <a:pt x="323684" y="27230"/>
                    <a:pt x="278787" y="9479"/>
                  </a:cubicBezTo>
                  <a:cubicBezTo>
                    <a:pt x="330709" y="89329"/>
                    <a:pt x="249601" y="152786"/>
                    <a:pt x="338589" y="216964"/>
                  </a:cubicBezTo>
                  <a:cubicBezTo>
                    <a:pt x="406106" y="265662"/>
                    <a:pt x="389161" y="357617"/>
                    <a:pt x="345253" y="384503"/>
                  </a:cubicBezTo>
                  <a:cubicBezTo>
                    <a:pt x="304260" y="409604"/>
                    <a:pt x="267082" y="351016"/>
                    <a:pt x="244732" y="303849"/>
                  </a:cubicBezTo>
                  <a:cubicBezTo>
                    <a:pt x="217349" y="246060"/>
                    <a:pt x="192695" y="222900"/>
                    <a:pt x="225980" y="133085"/>
                  </a:cubicBezTo>
                  <a:cubicBezTo>
                    <a:pt x="180125" y="176406"/>
                    <a:pt x="165641" y="214214"/>
                    <a:pt x="179991" y="264712"/>
                  </a:cubicBezTo>
                  <a:cubicBezTo>
                    <a:pt x="191879" y="306551"/>
                    <a:pt x="233139" y="357099"/>
                    <a:pt x="206469" y="426713"/>
                  </a:cubicBezTo>
                  <a:cubicBezTo>
                    <a:pt x="180219" y="495234"/>
                    <a:pt x="282602" y="503290"/>
                    <a:pt x="263388" y="568957"/>
                  </a:cubicBezTo>
                  <a:cubicBezTo>
                    <a:pt x="240833" y="646050"/>
                    <a:pt x="148316" y="588740"/>
                    <a:pt x="121137" y="508612"/>
                  </a:cubicBezTo>
                  <a:cubicBezTo>
                    <a:pt x="103845" y="457636"/>
                    <a:pt x="191224" y="310230"/>
                    <a:pt x="43401" y="253023"/>
                  </a:cubicBezTo>
                  <a:cubicBezTo>
                    <a:pt x="181627" y="337328"/>
                    <a:pt x="45902" y="452542"/>
                    <a:pt x="53355" y="537551"/>
                  </a:cubicBezTo>
                  <a:cubicBezTo>
                    <a:pt x="66213" y="684205"/>
                    <a:pt x="210140" y="724453"/>
                    <a:pt x="186656" y="774594"/>
                  </a:cubicBezTo>
                  <a:cubicBezTo>
                    <a:pt x="174609" y="800308"/>
                    <a:pt x="128599" y="846750"/>
                    <a:pt x="69409" y="777041"/>
                  </a:cubicBezTo>
                  <a:cubicBezTo>
                    <a:pt x="47539" y="751284"/>
                    <a:pt x="63491" y="655471"/>
                    <a:pt x="-395" y="606610"/>
                  </a:cubicBezTo>
                  <a:cubicBezTo>
                    <a:pt x="51906" y="683984"/>
                    <a:pt x="12323" y="773233"/>
                    <a:pt x="34953" y="831042"/>
                  </a:cubicBezTo>
                  <a:cubicBezTo>
                    <a:pt x="56964" y="887270"/>
                    <a:pt x="68829" y="897922"/>
                    <a:pt x="139415" y="920583"/>
                  </a:cubicBezTo>
                  <a:cubicBezTo>
                    <a:pt x="162288" y="927927"/>
                    <a:pt x="189647" y="934061"/>
                    <a:pt x="192053" y="967776"/>
                  </a:cubicBezTo>
                  <a:cubicBezTo>
                    <a:pt x="196563" y="1030969"/>
                    <a:pt x="54832" y="1016893"/>
                    <a:pt x="50699" y="917524"/>
                  </a:cubicBezTo>
                  <a:cubicBezTo>
                    <a:pt x="26171" y="1068793"/>
                    <a:pt x="154378" y="1023896"/>
                    <a:pt x="206613" y="1113755"/>
                  </a:cubicBezTo>
                  <a:cubicBezTo>
                    <a:pt x="224354" y="1144276"/>
                    <a:pt x="289599" y="1162301"/>
                    <a:pt x="356601" y="1170029"/>
                  </a:cubicBezTo>
                  <a:cubicBezTo>
                    <a:pt x="266974" y="1125954"/>
                    <a:pt x="238245" y="1069470"/>
                    <a:pt x="231576" y="985525"/>
                  </a:cubicBezTo>
                  <a:cubicBezTo>
                    <a:pt x="226545" y="922188"/>
                    <a:pt x="276750" y="891099"/>
                    <a:pt x="237597" y="757595"/>
                  </a:cubicBezTo>
                  <a:cubicBezTo>
                    <a:pt x="293286" y="848311"/>
                    <a:pt x="266699" y="891685"/>
                    <a:pt x="285349" y="945373"/>
                  </a:cubicBezTo>
                  <a:cubicBezTo>
                    <a:pt x="314606" y="1029596"/>
                    <a:pt x="338764" y="956454"/>
                    <a:pt x="338764" y="956454"/>
                  </a:cubicBezTo>
                  <a:cubicBezTo>
                    <a:pt x="338764" y="956454"/>
                    <a:pt x="347122" y="1042034"/>
                    <a:pt x="377201" y="1023128"/>
                  </a:cubicBezTo>
                  <a:cubicBezTo>
                    <a:pt x="420497" y="995914"/>
                    <a:pt x="356007" y="928037"/>
                    <a:pt x="348067" y="900636"/>
                  </a:cubicBezTo>
                  <a:cubicBezTo>
                    <a:pt x="331914" y="844893"/>
                    <a:pt x="318749" y="822402"/>
                    <a:pt x="294261" y="718020"/>
                  </a:cubicBezTo>
                  <a:cubicBezTo>
                    <a:pt x="273770" y="630679"/>
                    <a:pt x="377808" y="530778"/>
                    <a:pt x="354574" y="470345"/>
                  </a:cubicBezTo>
                  <a:cubicBezTo>
                    <a:pt x="413284" y="524870"/>
                    <a:pt x="319286" y="624160"/>
                    <a:pt x="334411" y="700693"/>
                  </a:cubicBezTo>
                  <a:cubicBezTo>
                    <a:pt x="350939" y="784330"/>
                    <a:pt x="384927" y="837611"/>
                    <a:pt x="425973" y="796401"/>
                  </a:cubicBezTo>
                  <a:cubicBezTo>
                    <a:pt x="453760" y="768504"/>
                    <a:pt x="367100" y="700085"/>
                    <a:pt x="411439" y="606355"/>
                  </a:cubicBezTo>
                  <a:cubicBezTo>
                    <a:pt x="456628" y="510831"/>
                    <a:pt x="413805" y="370492"/>
                    <a:pt x="446791" y="329582"/>
                  </a:cubicBezTo>
                  <a:cubicBezTo>
                    <a:pt x="427951" y="434935"/>
                    <a:pt x="460233" y="481814"/>
                    <a:pt x="492249" y="549418"/>
                  </a:cubicBezTo>
                  <a:cubicBezTo>
                    <a:pt x="521669" y="611536"/>
                    <a:pt x="442374" y="731268"/>
                    <a:pt x="480734" y="762239"/>
                  </a:cubicBezTo>
                  <a:cubicBezTo>
                    <a:pt x="519094" y="793214"/>
                    <a:pt x="575372" y="724379"/>
                    <a:pt x="589729" y="636981"/>
                  </a:cubicBezTo>
                  <a:cubicBezTo>
                    <a:pt x="591916" y="754305"/>
                    <a:pt x="483112" y="861773"/>
                    <a:pt x="524170" y="893769"/>
                  </a:cubicBezTo>
                  <a:cubicBezTo>
                    <a:pt x="604180" y="956094"/>
                    <a:pt x="600871" y="749279"/>
                    <a:pt x="692968" y="685165"/>
                  </a:cubicBezTo>
                  <a:cubicBezTo>
                    <a:pt x="599084" y="805457"/>
                    <a:pt x="669675" y="907379"/>
                    <a:pt x="604716" y="1032945"/>
                  </a:cubicBezTo>
                  <a:cubicBezTo>
                    <a:pt x="570861" y="1098384"/>
                    <a:pt x="479873" y="1149152"/>
                    <a:pt x="438729" y="1172071"/>
                  </a:cubicBezTo>
                  <a:cubicBezTo>
                    <a:pt x="658426" y="1169738"/>
                    <a:pt x="640719" y="1150493"/>
                    <a:pt x="700574" y="1010611"/>
                  </a:cubicBezTo>
                  <a:cubicBezTo>
                    <a:pt x="715352" y="976083"/>
                    <a:pt x="758645" y="960153"/>
                    <a:pt x="788626" y="928481"/>
                  </a:cubicBezTo>
                  <a:cubicBezTo>
                    <a:pt x="831736" y="882941"/>
                    <a:pt x="805388" y="820719"/>
                    <a:pt x="851835" y="729555"/>
                  </a:cubicBezTo>
                  <a:cubicBezTo>
                    <a:pt x="774923" y="802705"/>
                    <a:pt x="766001" y="938639"/>
                    <a:pt x="707949" y="894348"/>
                  </a:cubicBezTo>
                  <a:cubicBezTo>
                    <a:pt x="690186" y="880800"/>
                    <a:pt x="748966" y="829317"/>
                    <a:pt x="789258" y="748149"/>
                  </a:cubicBezTo>
                  <a:cubicBezTo>
                    <a:pt x="840504" y="644915"/>
                    <a:pt x="876941" y="502413"/>
                    <a:pt x="852503" y="424271"/>
                  </a:cubicBezTo>
                  <a:cubicBezTo>
                    <a:pt x="852835" y="554886"/>
                    <a:pt x="759372" y="666610"/>
                    <a:pt x="733540" y="649503"/>
                  </a:cubicBezTo>
                  <a:cubicBezTo>
                    <a:pt x="691841" y="621906"/>
                    <a:pt x="733761" y="574899"/>
                    <a:pt x="741586" y="511386"/>
                  </a:cubicBezTo>
                  <a:cubicBezTo>
                    <a:pt x="747470" y="463630"/>
                    <a:pt x="849977" y="378769"/>
                    <a:pt x="777841" y="307379"/>
                  </a:cubicBezTo>
                  <a:cubicBezTo>
                    <a:pt x="812663" y="391192"/>
                    <a:pt x="718124" y="410518"/>
                    <a:pt x="697087" y="480399"/>
                  </a:cubicBezTo>
                  <a:cubicBezTo>
                    <a:pt x="689458" y="505743"/>
                    <a:pt x="670115" y="550061"/>
                    <a:pt x="634918" y="515541"/>
                  </a:cubicBezTo>
                  <a:cubicBezTo>
                    <a:pt x="607842" y="488983"/>
                    <a:pt x="671906" y="467325"/>
                    <a:pt x="666696" y="317513"/>
                  </a:cubicBezTo>
                  <a:cubicBezTo>
                    <a:pt x="664412" y="251816"/>
                    <a:pt x="787860" y="201664"/>
                    <a:pt x="705177" y="68019"/>
                  </a:cubicBezTo>
                  <a:cubicBezTo>
                    <a:pt x="735669" y="151025"/>
                    <a:pt x="658024" y="244717"/>
                    <a:pt x="613702" y="236212"/>
                  </a:cubicBezTo>
                  <a:cubicBezTo>
                    <a:pt x="566537" y="227162"/>
                    <a:pt x="561546" y="158973"/>
                    <a:pt x="550517" y="125165"/>
                  </a:cubicBezTo>
                  <a:cubicBezTo>
                    <a:pt x="555219" y="189083"/>
                    <a:pt x="544120" y="228482"/>
                    <a:pt x="597530" y="325475"/>
                  </a:cubicBezTo>
                  <a:cubicBezTo>
                    <a:pt x="619641" y="365631"/>
                    <a:pt x="533112" y="435989"/>
                    <a:pt x="504889" y="382816"/>
                  </a:cubicBezTo>
                  <a:cubicBezTo>
                    <a:pt x="477833" y="331846"/>
                    <a:pt x="542870" y="313352"/>
                    <a:pt x="527534" y="267724"/>
                  </a:cubicBezTo>
                  <a:cubicBezTo>
                    <a:pt x="507658" y="208588"/>
                    <a:pt x="443946" y="259133"/>
                    <a:pt x="432944" y="172455"/>
                  </a:cubicBezTo>
                  <a:cubicBezTo>
                    <a:pt x="421427" y="81709"/>
                    <a:pt x="449724" y="13814"/>
                    <a:pt x="580460" y="6545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56EB8AE-1F02-FF59-E105-67F865498076}"/>
                </a:ext>
              </a:extLst>
            </p:cNvPr>
            <p:cNvSpPr/>
            <p:nvPr/>
          </p:nvSpPr>
          <p:spPr>
            <a:xfrm>
              <a:off x="3720878" y="5133350"/>
              <a:ext cx="841010" cy="1151932"/>
            </a:xfrm>
            <a:custGeom>
              <a:avLst/>
              <a:gdLst>
                <a:gd name="connsiteX0" fmla="*/ 567178 w 841010"/>
                <a:gd name="connsiteY0" fmla="*/ 6444 h 1151932"/>
                <a:gd name="connsiteX1" fmla="*/ 366767 w 841010"/>
                <a:gd name="connsiteY1" fmla="*/ 135618 h 1151932"/>
                <a:gd name="connsiteX2" fmla="*/ 312022 w 841010"/>
                <a:gd name="connsiteY2" fmla="*/ 118787 h 1151932"/>
                <a:gd name="connsiteX3" fmla="*/ 272396 w 841010"/>
                <a:gd name="connsiteY3" fmla="*/ 9326 h 1151932"/>
                <a:gd name="connsiteX4" fmla="*/ 330828 w 841010"/>
                <a:gd name="connsiteY4" fmla="*/ 213334 h 1151932"/>
                <a:gd name="connsiteX5" fmla="*/ 337340 w 841010"/>
                <a:gd name="connsiteY5" fmla="*/ 378057 h 1151932"/>
                <a:gd name="connsiteX6" fmla="*/ 239119 w 841010"/>
                <a:gd name="connsiteY6" fmla="*/ 298760 h 1151932"/>
                <a:gd name="connsiteX7" fmla="*/ 220796 w 841010"/>
                <a:gd name="connsiteY7" fmla="*/ 130868 h 1151932"/>
                <a:gd name="connsiteX8" fmla="*/ 175858 w 841010"/>
                <a:gd name="connsiteY8" fmla="*/ 260281 h 1151932"/>
                <a:gd name="connsiteX9" fmla="*/ 201731 w 841010"/>
                <a:gd name="connsiteY9" fmla="*/ 419558 h 1151932"/>
                <a:gd name="connsiteX10" fmla="*/ 257349 w 841010"/>
                <a:gd name="connsiteY10" fmla="*/ 559410 h 1151932"/>
                <a:gd name="connsiteX11" fmla="*/ 118353 w 841010"/>
                <a:gd name="connsiteY11" fmla="*/ 500080 h 1151932"/>
                <a:gd name="connsiteX12" fmla="*/ 42398 w 841010"/>
                <a:gd name="connsiteY12" fmla="*/ 248788 h 1151932"/>
                <a:gd name="connsiteX13" fmla="*/ 52124 w 841010"/>
                <a:gd name="connsiteY13" fmla="*/ 528519 h 1151932"/>
                <a:gd name="connsiteX14" fmla="*/ 182373 w 841010"/>
                <a:gd name="connsiteY14" fmla="*/ 761565 h 1151932"/>
                <a:gd name="connsiteX15" fmla="*/ 67810 w 841010"/>
                <a:gd name="connsiteY15" fmla="*/ 763970 h 1151932"/>
                <a:gd name="connsiteX16" fmla="*/ -395 w 841010"/>
                <a:gd name="connsiteY16" fmla="*/ 596406 h 1151932"/>
                <a:gd name="connsiteX17" fmla="*/ 34143 w 841010"/>
                <a:gd name="connsiteY17" fmla="*/ 817061 h 1151932"/>
                <a:gd name="connsiteX18" fmla="*/ 136213 w 841010"/>
                <a:gd name="connsiteY18" fmla="*/ 905095 h 1151932"/>
                <a:gd name="connsiteX19" fmla="*/ 187647 w 841010"/>
                <a:gd name="connsiteY19" fmla="*/ 951494 h 1151932"/>
                <a:gd name="connsiteX20" fmla="*/ 49528 w 841010"/>
                <a:gd name="connsiteY20" fmla="*/ 902087 h 1151932"/>
                <a:gd name="connsiteX21" fmla="*/ 201872 w 841010"/>
                <a:gd name="connsiteY21" fmla="*/ 1095019 h 1151932"/>
                <a:gd name="connsiteX22" fmla="*/ 348427 w 841010"/>
                <a:gd name="connsiteY22" fmla="*/ 1150348 h 1151932"/>
                <a:gd name="connsiteX23" fmla="*/ 226264 w 841010"/>
                <a:gd name="connsiteY23" fmla="*/ 968945 h 1151932"/>
                <a:gd name="connsiteX24" fmla="*/ 232147 w 841010"/>
                <a:gd name="connsiteY24" fmla="*/ 744853 h 1151932"/>
                <a:gd name="connsiteX25" fmla="*/ 278806 w 841010"/>
                <a:gd name="connsiteY25" fmla="*/ 929473 h 1151932"/>
                <a:gd name="connsiteX26" fmla="*/ 330997 w 841010"/>
                <a:gd name="connsiteY26" fmla="*/ 940367 h 1151932"/>
                <a:gd name="connsiteX27" fmla="*/ 368553 w 841010"/>
                <a:gd name="connsiteY27" fmla="*/ 1005921 h 1151932"/>
                <a:gd name="connsiteX28" fmla="*/ 340085 w 841010"/>
                <a:gd name="connsiteY28" fmla="*/ 885486 h 1151932"/>
                <a:gd name="connsiteX29" fmla="*/ 287510 w 841010"/>
                <a:gd name="connsiteY29" fmla="*/ 705943 h 1151932"/>
                <a:gd name="connsiteX30" fmla="*/ 346442 w 841010"/>
                <a:gd name="connsiteY30" fmla="*/ 462424 h 1151932"/>
                <a:gd name="connsiteX31" fmla="*/ 326740 w 841010"/>
                <a:gd name="connsiteY31" fmla="*/ 688895 h 1151932"/>
                <a:gd name="connsiteX32" fmla="*/ 416205 w 841010"/>
                <a:gd name="connsiteY32" fmla="*/ 782995 h 1151932"/>
                <a:gd name="connsiteX33" fmla="*/ 402004 w 841010"/>
                <a:gd name="connsiteY33" fmla="*/ 596145 h 1151932"/>
                <a:gd name="connsiteX34" fmla="*/ 436547 w 841010"/>
                <a:gd name="connsiteY34" fmla="*/ 324008 h 1151932"/>
                <a:gd name="connsiteX35" fmla="*/ 480963 w 841010"/>
                <a:gd name="connsiteY35" fmla="*/ 540146 h 1151932"/>
                <a:gd name="connsiteX36" fmla="*/ 469712 w 841010"/>
                <a:gd name="connsiteY36" fmla="*/ 749390 h 1151932"/>
                <a:gd name="connsiteX37" fmla="*/ 576213 w 841010"/>
                <a:gd name="connsiteY37" fmla="*/ 626238 h 1151932"/>
                <a:gd name="connsiteX38" fmla="*/ 512154 w 841010"/>
                <a:gd name="connsiteY38" fmla="*/ 878710 h 1151932"/>
                <a:gd name="connsiteX39" fmla="*/ 677087 w 841010"/>
                <a:gd name="connsiteY39" fmla="*/ 673623 h 1151932"/>
                <a:gd name="connsiteX40" fmla="*/ 590872 w 841010"/>
                <a:gd name="connsiteY40" fmla="*/ 1015567 h 1151932"/>
                <a:gd name="connsiteX41" fmla="*/ 428693 w 841010"/>
                <a:gd name="connsiteY41" fmla="*/ 1152365 h 1151932"/>
                <a:gd name="connsiteX42" fmla="*/ 684562 w 841010"/>
                <a:gd name="connsiteY42" fmla="*/ 993622 h 1151932"/>
                <a:gd name="connsiteX43" fmla="*/ 770598 w 841010"/>
                <a:gd name="connsiteY43" fmla="*/ 912872 h 1151932"/>
                <a:gd name="connsiteX44" fmla="*/ 832360 w 841010"/>
                <a:gd name="connsiteY44" fmla="*/ 717292 h 1151932"/>
                <a:gd name="connsiteX45" fmla="*/ 691766 w 841010"/>
                <a:gd name="connsiteY45" fmla="*/ 879315 h 1151932"/>
                <a:gd name="connsiteX46" fmla="*/ 771215 w 841010"/>
                <a:gd name="connsiteY46" fmla="*/ 735574 h 1151932"/>
                <a:gd name="connsiteX47" fmla="*/ 833013 w 841010"/>
                <a:gd name="connsiteY47" fmla="*/ 417152 h 1151932"/>
                <a:gd name="connsiteX48" fmla="*/ 716772 w 841010"/>
                <a:gd name="connsiteY48" fmla="*/ 638607 h 1151932"/>
                <a:gd name="connsiteX49" fmla="*/ 724634 w 841010"/>
                <a:gd name="connsiteY49" fmla="*/ 502812 h 1151932"/>
                <a:gd name="connsiteX50" fmla="*/ 760060 w 841010"/>
                <a:gd name="connsiteY50" fmla="*/ 302242 h 1151932"/>
                <a:gd name="connsiteX51" fmla="*/ 681155 w 841010"/>
                <a:gd name="connsiteY51" fmla="*/ 472353 h 1151932"/>
                <a:gd name="connsiteX52" fmla="*/ 620408 w 841010"/>
                <a:gd name="connsiteY52" fmla="*/ 506903 h 1151932"/>
                <a:gd name="connsiteX53" fmla="*/ 651459 w 841010"/>
                <a:gd name="connsiteY53" fmla="*/ 312205 h 1151932"/>
                <a:gd name="connsiteX54" fmla="*/ 689059 w 841010"/>
                <a:gd name="connsiteY54" fmla="*/ 66908 h 1151932"/>
                <a:gd name="connsiteX55" fmla="*/ 599678 w 841010"/>
                <a:gd name="connsiteY55" fmla="*/ 232272 h 1151932"/>
                <a:gd name="connsiteX56" fmla="*/ 537940 w 841010"/>
                <a:gd name="connsiteY56" fmla="*/ 123094 h 1151932"/>
                <a:gd name="connsiteX57" fmla="*/ 583875 w 841010"/>
                <a:gd name="connsiteY57" fmla="*/ 320035 h 1151932"/>
                <a:gd name="connsiteX58" fmla="*/ 493355 w 841010"/>
                <a:gd name="connsiteY58" fmla="*/ 376411 h 1151932"/>
                <a:gd name="connsiteX59" fmla="*/ 515482 w 841010"/>
                <a:gd name="connsiteY59" fmla="*/ 263253 h 1151932"/>
                <a:gd name="connsiteX60" fmla="*/ 423059 w 841010"/>
                <a:gd name="connsiteY60" fmla="*/ 169587 h 1151932"/>
                <a:gd name="connsiteX61" fmla="*/ 567198 w 841010"/>
                <a:gd name="connsiteY61" fmla="*/ 6467 h 115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41010" h="1151932">
                  <a:moveTo>
                    <a:pt x="567178" y="6444"/>
                  </a:moveTo>
                  <a:cubicBezTo>
                    <a:pt x="443430" y="-21535"/>
                    <a:pt x="385431" y="52662"/>
                    <a:pt x="366767" y="135618"/>
                  </a:cubicBezTo>
                  <a:cubicBezTo>
                    <a:pt x="355446" y="185962"/>
                    <a:pt x="302259" y="157166"/>
                    <a:pt x="312022" y="118787"/>
                  </a:cubicBezTo>
                  <a:cubicBezTo>
                    <a:pt x="320564" y="85202"/>
                    <a:pt x="316263" y="26777"/>
                    <a:pt x="272396" y="9326"/>
                  </a:cubicBezTo>
                  <a:cubicBezTo>
                    <a:pt x="323128" y="87834"/>
                    <a:pt x="243879" y="150223"/>
                    <a:pt x="330828" y="213334"/>
                  </a:cubicBezTo>
                  <a:cubicBezTo>
                    <a:pt x="396801" y="261214"/>
                    <a:pt x="380243" y="351621"/>
                    <a:pt x="337340" y="378057"/>
                  </a:cubicBezTo>
                  <a:cubicBezTo>
                    <a:pt x="297286" y="402737"/>
                    <a:pt x="260957" y="345132"/>
                    <a:pt x="239119" y="298760"/>
                  </a:cubicBezTo>
                  <a:cubicBezTo>
                    <a:pt x="212363" y="241943"/>
                    <a:pt x="188273" y="219172"/>
                    <a:pt x="220796" y="130868"/>
                  </a:cubicBezTo>
                  <a:cubicBezTo>
                    <a:pt x="175990" y="173462"/>
                    <a:pt x="161838" y="210632"/>
                    <a:pt x="175858" y="260281"/>
                  </a:cubicBezTo>
                  <a:cubicBezTo>
                    <a:pt x="187474" y="301416"/>
                    <a:pt x="227789" y="351115"/>
                    <a:pt x="201731" y="419558"/>
                  </a:cubicBezTo>
                  <a:cubicBezTo>
                    <a:pt x="176080" y="486926"/>
                    <a:pt x="276119" y="494846"/>
                    <a:pt x="257349" y="559410"/>
                  </a:cubicBezTo>
                  <a:cubicBezTo>
                    <a:pt x="235312" y="635205"/>
                    <a:pt x="144911" y="578860"/>
                    <a:pt x="118353" y="500080"/>
                  </a:cubicBezTo>
                  <a:cubicBezTo>
                    <a:pt x="101458" y="449961"/>
                    <a:pt x="186836" y="305036"/>
                    <a:pt x="42398" y="248788"/>
                  </a:cubicBezTo>
                  <a:cubicBezTo>
                    <a:pt x="177461" y="331676"/>
                    <a:pt x="44842" y="444951"/>
                    <a:pt x="52124" y="528519"/>
                  </a:cubicBezTo>
                  <a:cubicBezTo>
                    <a:pt x="64688" y="672707"/>
                    <a:pt x="205322" y="712277"/>
                    <a:pt x="182373" y="761565"/>
                  </a:cubicBezTo>
                  <a:cubicBezTo>
                    <a:pt x="170602" y="786848"/>
                    <a:pt x="125645" y="832506"/>
                    <a:pt x="67810" y="763970"/>
                  </a:cubicBezTo>
                  <a:cubicBezTo>
                    <a:pt x="46440" y="738647"/>
                    <a:pt x="62028" y="644446"/>
                    <a:pt x="-395" y="596406"/>
                  </a:cubicBezTo>
                  <a:cubicBezTo>
                    <a:pt x="50709" y="672479"/>
                    <a:pt x="12032" y="760227"/>
                    <a:pt x="34143" y="817061"/>
                  </a:cubicBezTo>
                  <a:cubicBezTo>
                    <a:pt x="55649" y="872343"/>
                    <a:pt x="67245" y="882816"/>
                    <a:pt x="136213" y="905095"/>
                  </a:cubicBezTo>
                  <a:cubicBezTo>
                    <a:pt x="158562" y="912315"/>
                    <a:pt x="185297" y="918346"/>
                    <a:pt x="187647" y="951494"/>
                  </a:cubicBezTo>
                  <a:cubicBezTo>
                    <a:pt x="192053" y="1013626"/>
                    <a:pt x="53567" y="999786"/>
                    <a:pt x="49528" y="902087"/>
                  </a:cubicBezTo>
                  <a:cubicBezTo>
                    <a:pt x="25562" y="1050812"/>
                    <a:pt x="150832" y="1006669"/>
                    <a:pt x="201872" y="1095019"/>
                  </a:cubicBezTo>
                  <a:cubicBezTo>
                    <a:pt x="219208" y="1125027"/>
                    <a:pt x="282958" y="1142750"/>
                    <a:pt x="348427" y="1150348"/>
                  </a:cubicBezTo>
                  <a:cubicBezTo>
                    <a:pt x="260852" y="1107014"/>
                    <a:pt x="232779" y="1051480"/>
                    <a:pt x="226264" y="968945"/>
                  </a:cubicBezTo>
                  <a:cubicBezTo>
                    <a:pt x="221348" y="906674"/>
                    <a:pt x="270403" y="876109"/>
                    <a:pt x="232147" y="744853"/>
                  </a:cubicBezTo>
                  <a:cubicBezTo>
                    <a:pt x="286561" y="834044"/>
                    <a:pt x="260584" y="876686"/>
                    <a:pt x="278806" y="929473"/>
                  </a:cubicBezTo>
                  <a:cubicBezTo>
                    <a:pt x="307393" y="1012279"/>
                    <a:pt x="330997" y="940367"/>
                    <a:pt x="330997" y="940367"/>
                  </a:cubicBezTo>
                  <a:cubicBezTo>
                    <a:pt x="330997" y="940367"/>
                    <a:pt x="339164" y="1024509"/>
                    <a:pt x="368553" y="1005921"/>
                  </a:cubicBezTo>
                  <a:cubicBezTo>
                    <a:pt x="410858" y="979165"/>
                    <a:pt x="347845" y="912428"/>
                    <a:pt x="340085" y="885486"/>
                  </a:cubicBezTo>
                  <a:cubicBezTo>
                    <a:pt x="324302" y="830681"/>
                    <a:pt x="311438" y="808568"/>
                    <a:pt x="287510" y="705943"/>
                  </a:cubicBezTo>
                  <a:cubicBezTo>
                    <a:pt x="267489" y="620071"/>
                    <a:pt x="369145" y="521848"/>
                    <a:pt x="346442" y="462424"/>
                  </a:cubicBezTo>
                  <a:cubicBezTo>
                    <a:pt x="403809" y="516032"/>
                    <a:pt x="311962" y="613653"/>
                    <a:pt x="326740" y="688895"/>
                  </a:cubicBezTo>
                  <a:cubicBezTo>
                    <a:pt x="342890" y="771126"/>
                    <a:pt x="376099" y="823511"/>
                    <a:pt x="416205" y="782995"/>
                  </a:cubicBezTo>
                  <a:cubicBezTo>
                    <a:pt x="443357" y="755567"/>
                    <a:pt x="358680" y="688298"/>
                    <a:pt x="402004" y="596145"/>
                  </a:cubicBezTo>
                  <a:cubicBezTo>
                    <a:pt x="446159" y="502225"/>
                    <a:pt x="404315" y="364238"/>
                    <a:pt x="436547" y="324008"/>
                  </a:cubicBezTo>
                  <a:cubicBezTo>
                    <a:pt x="418138" y="427590"/>
                    <a:pt x="449681" y="473680"/>
                    <a:pt x="480963" y="540146"/>
                  </a:cubicBezTo>
                  <a:cubicBezTo>
                    <a:pt x="509710" y="601219"/>
                    <a:pt x="432232" y="718939"/>
                    <a:pt x="469712" y="749390"/>
                  </a:cubicBezTo>
                  <a:cubicBezTo>
                    <a:pt x="507192" y="779843"/>
                    <a:pt x="562183" y="712168"/>
                    <a:pt x="576213" y="626238"/>
                  </a:cubicBezTo>
                  <a:cubicBezTo>
                    <a:pt x="578349" y="741588"/>
                    <a:pt x="472038" y="847253"/>
                    <a:pt x="512154" y="878710"/>
                  </a:cubicBezTo>
                  <a:cubicBezTo>
                    <a:pt x="590334" y="939988"/>
                    <a:pt x="587101" y="736650"/>
                    <a:pt x="677087" y="673623"/>
                  </a:cubicBezTo>
                  <a:cubicBezTo>
                    <a:pt x="585376" y="791906"/>
                    <a:pt x="654344" y="892120"/>
                    <a:pt x="590872" y="1015567"/>
                  </a:cubicBezTo>
                  <a:cubicBezTo>
                    <a:pt x="557796" y="1079919"/>
                    <a:pt x="468903" y="1129822"/>
                    <a:pt x="428693" y="1152365"/>
                  </a:cubicBezTo>
                  <a:cubicBezTo>
                    <a:pt x="643353" y="1150072"/>
                    <a:pt x="626053" y="1131151"/>
                    <a:pt x="684562" y="993622"/>
                  </a:cubicBezTo>
                  <a:cubicBezTo>
                    <a:pt x="699001" y="959675"/>
                    <a:pt x="741304" y="944011"/>
                    <a:pt x="770598" y="912872"/>
                  </a:cubicBezTo>
                  <a:cubicBezTo>
                    <a:pt x="812720" y="868097"/>
                    <a:pt x="786976" y="806921"/>
                    <a:pt x="832360" y="717292"/>
                  </a:cubicBezTo>
                  <a:cubicBezTo>
                    <a:pt x="757208" y="789212"/>
                    <a:pt x="748490" y="922859"/>
                    <a:pt x="691766" y="879315"/>
                  </a:cubicBezTo>
                  <a:cubicBezTo>
                    <a:pt x="674411" y="865994"/>
                    <a:pt x="731847" y="815377"/>
                    <a:pt x="771215" y="735574"/>
                  </a:cubicBezTo>
                  <a:cubicBezTo>
                    <a:pt x="821288" y="634076"/>
                    <a:pt x="856891" y="493975"/>
                    <a:pt x="833013" y="417152"/>
                  </a:cubicBezTo>
                  <a:cubicBezTo>
                    <a:pt x="833338" y="545570"/>
                    <a:pt x="742015" y="655414"/>
                    <a:pt x="716772" y="638607"/>
                  </a:cubicBezTo>
                  <a:cubicBezTo>
                    <a:pt x="676026" y="611473"/>
                    <a:pt x="716988" y="565258"/>
                    <a:pt x="724634" y="502812"/>
                  </a:cubicBezTo>
                  <a:cubicBezTo>
                    <a:pt x="730383" y="455859"/>
                    <a:pt x="830543" y="372426"/>
                    <a:pt x="760060" y="302242"/>
                  </a:cubicBezTo>
                  <a:cubicBezTo>
                    <a:pt x="794087" y="384646"/>
                    <a:pt x="701709" y="403646"/>
                    <a:pt x="681155" y="472353"/>
                  </a:cubicBezTo>
                  <a:cubicBezTo>
                    <a:pt x="673701" y="497268"/>
                    <a:pt x="654800" y="540844"/>
                    <a:pt x="620408" y="506903"/>
                  </a:cubicBezTo>
                  <a:cubicBezTo>
                    <a:pt x="593952" y="480793"/>
                    <a:pt x="656549" y="459499"/>
                    <a:pt x="651459" y="312205"/>
                  </a:cubicBezTo>
                  <a:cubicBezTo>
                    <a:pt x="649227" y="247613"/>
                    <a:pt x="769849" y="198304"/>
                    <a:pt x="689059" y="66908"/>
                  </a:cubicBezTo>
                  <a:cubicBezTo>
                    <a:pt x="718853" y="148517"/>
                    <a:pt x="642985" y="240634"/>
                    <a:pt x="599678" y="232272"/>
                  </a:cubicBezTo>
                  <a:cubicBezTo>
                    <a:pt x="553592" y="223374"/>
                    <a:pt x="548718" y="156333"/>
                    <a:pt x="537940" y="123094"/>
                  </a:cubicBezTo>
                  <a:cubicBezTo>
                    <a:pt x="542534" y="185937"/>
                    <a:pt x="531689" y="224674"/>
                    <a:pt x="583875" y="320035"/>
                  </a:cubicBezTo>
                  <a:cubicBezTo>
                    <a:pt x="605481" y="359515"/>
                    <a:pt x="520932" y="428690"/>
                    <a:pt x="493355" y="376411"/>
                  </a:cubicBezTo>
                  <a:cubicBezTo>
                    <a:pt x="466919" y="326298"/>
                    <a:pt x="530467" y="308114"/>
                    <a:pt x="515482" y="263253"/>
                  </a:cubicBezTo>
                  <a:cubicBezTo>
                    <a:pt x="496062" y="205113"/>
                    <a:pt x="433809" y="254806"/>
                    <a:pt x="423059" y="169587"/>
                  </a:cubicBezTo>
                  <a:cubicBezTo>
                    <a:pt x="411805" y="80368"/>
                    <a:pt x="439455" y="13614"/>
                    <a:pt x="567198" y="6467"/>
                  </a:cubicBezTo>
                  <a:close/>
                </a:path>
              </a:pathLst>
            </a:custGeom>
            <a:solidFill>
              <a:srgbClr val="FF00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C3A9204-D7FC-0E73-2A95-138E5C388E1E}"/>
                </a:ext>
              </a:extLst>
            </p:cNvPr>
            <p:cNvSpPr/>
            <p:nvPr/>
          </p:nvSpPr>
          <p:spPr>
            <a:xfrm>
              <a:off x="3929404" y="5400208"/>
              <a:ext cx="511615" cy="906742"/>
            </a:xfrm>
            <a:custGeom>
              <a:avLst/>
              <a:gdLst>
                <a:gd name="connsiteX0" fmla="*/ 238841 w 511615"/>
                <a:gd name="connsiteY0" fmla="*/ -9 h 906742"/>
                <a:gd name="connsiteX1" fmla="*/ 199681 w 511615"/>
                <a:gd name="connsiteY1" fmla="*/ 298204 h 906742"/>
                <a:gd name="connsiteX2" fmla="*/ 215756 w 511615"/>
                <a:gd name="connsiteY2" fmla="*/ 502985 h 906742"/>
                <a:gd name="connsiteX3" fmla="*/ 114348 w 511615"/>
                <a:gd name="connsiteY3" fmla="*/ 399841 h 906742"/>
                <a:gd name="connsiteX4" fmla="*/ 136655 w 511615"/>
                <a:gd name="connsiteY4" fmla="*/ 151673 h 906742"/>
                <a:gd name="connsiteX5" fmla="*/ 69875 w 511615"/>
                <a:gd name="connsiteY5" fmla="*/ 418523 h 906742"/>
                <a:gd name="connsiteX6" fmla="*/ 129501 w 511615"/>
                <a:gd name="connsiteY6" fmla="*/ 615296 h 906742"/>
                <a:gd name="connsiteX7" fmla="*/ 161722 w 511615"/>
                <a:gd name="connsiteY7" fmla="*/ 747322 h 906742"/>
                <a:gd name="connsiteX8" fmla="*/ 119163 w 511615"/>
                <a:gd name="connsiteY8" fmla="*/ 675458 h 906742"/>
                <a:gd name="connsiteX9" fmla="*/ 59961 w 511615"/>
                <a:gd name="connsiteY9" fmla="*/ 663480 h 906742"/>
                <a:gd name="connsiteX10" fmla="*/ 7060 w 511615"/>
                <a:gd name="connsiteY10" fmla="*/ 461164 h 906742"/>
                <a:gd name="connsiteX11" fmla="*/ 404 w 511615"/>
                <a:gd name="connsiteY11" fmla="*/ 706813 h 906742"/>
                <a:gd name="connsiteX12" fmla="*/ 97633 w 511615"/>
                <a:gd name="connsiteY12" fmla="*/ 882573 h 906742"/>
                <a:gd name="connsiteX13" fmla="*/ 135521 w 511615"/>
                <a:gd name="connsiteY13" fmla="*/ 900916 h 906742"/>
                <a:gd name="connsiteX14" fmla="*/ 231830 w 511615"/>
                <a:gd name="connsiteY14" fmla="*/ 906734 h 906742"/>
                <a:gd name="connsiteX15" fmla="*/ 413826 w 511615"/>
                <a:gd name="connsiteY15" fmla="*/ 757870 h 906742"/>
                <a:gd name="connsiteX16" fmla="*/ 511622 w 511615"/>
                <a:gd name="connsiteY16" fmla="*/ 383155 h 906742"/>
                <a:gd name="connsiteX17" fmla="*/ 324598 w 511615"/>
                <a:gd name="connsiteY17" fmla="*/ 607910 h 906742"/>
                <a:gd name="connsiteX18" fmla="*/ 397184 w 511615"/>
                <a:gd name="connsiteY18" fmla="*/ 331204 h 906742"/>
                <a:gd name="connsiteX19" fmla="*/ 276443 w 511615"/>
                <a:gd name="connsiteY19" fmla="*/ 466173 h 906742"/>
                <a:gd name="connsiteX20" fmla="*/ 289190 w 511615"/>
                <a:gd name="connsiteY20" fmla="*/ 236885 h 906742"/>
                <a:gd name="connsiteX21" fmla="*/ 238839 w 511615"/>
                <a:gd name="connsiteY21" fmla="*/ -3 h 90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1615" h="906742">
                  <a:moveTo>
                    <a:pt x="238841" y="-9"/>
                  </a:moveTo>
                  <a:cubicBezTo>
                    <a:pt x="202294" y="44073"/>
                    <a:pt x="249747" y="195271"/>
                    <a:pt x="199681" y="298204"/>
                  </a:cubicBezTo>
                  <a:cubicBezTo>
                    <a:pt x="150556" y="399195"/>
                    <a:pt x="246542" y="472927"/>
                    <a:pt x="215756" y="502985"/>
                  </a:cubicBezTo>
                  <a:cubicBezTo>
                    <a:pt x="170280" y="547386"/>
                    <a:pt x="132660" y="489959"/>
                    <a:pt x="114348" y="399841"/>
                  </a:cubicBezTo>
                  <a:cubicBezTo>
                    <a:pt x="97590" y="317377"/>
                    <a:pt x="201704" y="210418"/>
                    <a:pt x="136655" y="151673"/>
                  </a:cubicBezTo>
                  <a:cubicBezTo>
                    <a:pt x="162398" y="216798"/>
                    <a:pt x="47173" y="324425"/>
                    <a:pt x="69875" y="418523"/>
                  </a:cubicBezTo>
                  <a:cubicBezTo>
                    <a:pt x="97007" y="530992"/>
                    <a:pt x="111605" y="555235"/>
                    <a:pt x="129501" y="615296"/>
                  </a:cubicBezTo>
                  <a:cubicBezTo>
                    <a:pt x="138298" y="644822"/>
                    <a:pt x="209689" y="718002"/>
                    <a:pt x="161722" y="747322"/>
                  </a:cubicBezTo>
                  <a:cubicBezTo>
                    <a:pt x="128397" y="767692"/>
                    <a:pt x="119163" y="675458"/>
                    <a:pt x="119163" y="675458"/>
                  </a:cubicBezTo>
                  <a:cubicBezTo>
                    <a:pt x="119163" y="675458"/>
                    <a:pt x="92375" y="754227"/>
                    <a:pt x="59961" y="663480"/>
                  </a:cubicBezTo>
                  <a:cubicBezTo>
                    <a:pt x="39298" y="605634"/>
                    <a:pt x="68761" y="558909"/>
                    <a:pt x="7060" y="461164"/>
                  </a:cubicBezTo>
                  <a:cubicBezTo>
                    <a:pt x="50438" y="605009"/>
                    <a:pt x="-5170" y="638561"/>
                    <a:pt x="404" y="706813"/>
                  </a:cubicBezTo>
                  <a:cubicBezTo>
                    <a:pt x="6652" y="783306"/>
                    <a:pt x="30396" y="838595"/>
                    <a:pt x="97633" y="882573"/>
                  </a:cubicBezTo>
                  <a:lnTo>
                    <a:pt x="135521" y="900916"/>
                  </a:lnTo>
                  <a:lnTo>
                    <a:pt x="231830" y="906734"/>
                  </a:lnTo>
                  <a:cubicBezTo>
                    <a:pt x="278172" y="881617"/>
                    <a:pt x="376777" y="827517"/>
                    <a:pt x="413826" y="757870"/>
                  </a:cubicBezTo>
                  <a:cubicBezTo>
                    <a:pt x="485800" y="622577"/>
                    <a:pt x="407604" y="512769"/>
                    <a:pt x="511622" y="383155"/>
                  </a:cubicBezTo>
                  <a:cubicBezTo>
                    <a:pt x="409584" y="452235"/>
                    <a:pt x="413244" y="675082"/>
                    <a:pt x="324598" y="607910"/>
                  </a:cubicBezTo>
                  <a:cubicBezTo>
                    <a:pt x="279110" y="573450"/>
                    <a:pt x="399606" y="457610"/>
                    <a:pt x="397184" y="331204"/>
                  </a:cubicBezTo>
                  <a:cubicBezTo>
                    <a:pt x="381276" y="425375"/>
                    <a:pt x="318942" y="499547"/>
                    <a:pt x="276443" y="466173"/>
                  </a:cubicBezTo>
                  <a:cubicBezTo>
                    <a:pt x="233944" y="432800"/>
                    <a:pt x="321786" y="303818"/>
                    <a:pt x="289190" y="236885"/>
                  </a:cubicBezTo>
                  <a:cubicBezTo>
                    <a:pt x="253719" y="164055"/>
                    <a:pt x="217966" y="113522"/>
                    <a:pt x="238839" y="-3"/>
                  </a:cubicBezTo>
                  <a:close/>
                </a:path>
              </a:pathLst>
            </a:custGeom>
            <a:solidFill>
              <a:srgbClr val="000000">
                <a:alpha val="22000"/>
              </a:srgbClr>
            </a:solidFill>
            <a:ln w="2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78A3FF9-F76F-5D56-C179-AF7B05594927}"/>
                </a:ext>
              </a:extLst>
            </p:cNvPr>
            <p:cNvSpPr/>
            <p:nvPr/>
          </p:nvSpPr>
          <p:spPr>
            <a:xfrm>
              <a:off x="3947179" y="5456945"/>
              <a:ext cx="451200" cy="827408"/>
            </a:xfrm>
            <a:custGeom>
              <a:avLst/>
              <a:gdLst>
                <a:gd name="connsiteX0" fmla="*/ 210630 w 451200"/>
                <a:gd name="connsiteY0" fmla="*/ 0 h 827408"/>
                <a:gd name="connsiteX1" fmla="*/ 176093 w 451200"/>
                <a:gd name="connsiteY1" fmla="*/ 272117 h 827408"/>
                <a:gd name="connsiteX2" fmla="*/ 190270 w 451200"/>
                <a:gd name="connsiteY2" fmla="*/ 458977 h 827408"/>
                <a:gd name="connsiteX3" fmla="*/ 100837 w 451200"/>
                <a:gd name="connsiteY3" fmla="*/ 364860 h 827408"/>
                <a:gd name="connsiteX4" fmla="*/ 120510 w 451200"/>
                <a:gd name="connsiteY4" fmla="*/ 138409 h 827408"/>
                <a:gd name="connsiteX5" fmla="*/ 53398 w 451200"/>
                <a:gd name="connsiteY5" fmla="*/ 378150 h 827408"/>
                <a:gd name="connsiteX6" fmla="*/ 106209 w 451200"/>
                <a:gd name="connsiteY6" fmla="*/ 553481 h 827408"/>
                <a:gd name="connsiteX7" fmla="*/ 138622 w 451200"/>
                <a:gd name="connsiteY7" fmla="*/ 673953 h 827408"/>
                <a:gd name="connsiteX8" fmla="*/ 105085 w 451200"/>
                <a:gd name="connsiteY8" fmla="*/ 616372 h 827408"/>
                <a:gd name="connsiteX9" fmla="*/ 52874 w 451200"/>
                <a:gd name="connsiteY9" fmla="*/ 605442 h 827408"/>
                <a:gd name="connsiteX10" fmla="*/ 6221 w 451200"/>
                <a:gd name="connsiteY10" fmla="*/ 420830 h 827408"/>
                <a:gd name="connsiteX11" fmla="*/ 351 w 451200"/>
                <a:gd name="connsiteY11" fmla="*/ 644983 h 827408"/>
                <a:gd name="connsiteX12" fmla="*/ 86099 w 451200"/>
                <a:gd name="connsiteY12" fmla="*/ 805363 h 827408"/>
                <a:gd name="connsiteX13" fmla="*/ 119512 w 451200"/>
                <a:gd name="connsiteY13" fmla="*/ 822100 h 827408"/>
                <a:gd name="connsiteX14" fmla="*/ 204448 w 451200"/>
                <a:gd name="connsiteY14" fmla="*/ 827409 h 827408"/>
                <a:gd name="connsiteX15" fmla="*/ 364953 w 451200"/>
                <a:gd name="connsiteY15" fmla="*/ 691572 h 827408"/>
                <a:gd name="connsiteX16" fmla="*/ 451200 w 451200"/>
                <a:gd name="connsiteY16" fmla="*/ 349648 h 827408"/>
                <a:gd name="connsiteX17" fmla="*/ 286261 w 451200"/>
                <a:gd name="connsiteY17" fmla="*/ 554735 h 827408"/>
                <a:gd name="connsiteX18" fmla="*/ 350276 w 451200"/>
                <a:gd name="connsiteY18" fmla="*/ 302243 h 827408"/>
                <a:gd name="connsiteX19" fmla="*/ 243793 w 451200"/>
                <a:gd name="connsiteY19" fmla="*/ 425401 h 827408"/>
                <a:gd name="connsiteX20" fmla="*/ 255035 w 451200"/>
                <a:gd name="connsiteY20" fmla="*/ 216177 h 827408"/>
                <a:gd name="connsiteX21" fmla="*/ 210630 w 451200"/>
                <a:gd name="connsiteY21" fmla="*/ 19 h 82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1200" h="827408">
                  <a:moveTo>
                    <a:pt x="210630" y="0"/>
                  </a:moveTo>
                  <a:cubicBezTo>
                    <a:pt x="178398" y="40224"/>
                    <a:pt x="220247" y="178191"/>
                    <a:pt x="176093" y="272117"/>
                  </a:cubicBezTo>
                  <a:cubicBezTo>
                    <a:pt x="132770" y="364270"/>
                    <a:pt x="217420" y="431550"/>
                    <a:pt x="190270" y="458977"/>
                  </a:cubicBezTo>
                  <a:cubicBezTo>
                    <a:pt x="150164" y="499493"/>
                    <a:pt x="116987" y="447091"/>
                    <a:pt x="100837" y="364860"/>
                  </a:cubicBezTo>
                  <a:cubicBezTo>
                    <a:pt x="86058" y="289612"/>
                    <a:pt x="177878" y="192013"/>
                    <a:pt x="120510" y="138409"/>
                  </a:cubicBezTo>
                  <a:cubicBezTo>
                    <a:pt x="140399" y="203462"/>
                    <a:pt x="52059" y="285559"/>
                    <a:pt x="53398" y="378150"/>
                  </a:cubicBezTo>
                  <a:cubicBezTo>
                    <a:pt x="54593" y="460882"/>
                    <a:pt x="76353" y="497269"/>
                    <a:pt x="106209" y="553481"/>
                  </a:cubicBezTo>
                  <a:cubicBezTo>
                    <a:pt x="119360" y="578242"/>
                    <a:pt x="180925" y="647199"/>
                    <a:pt x="138622" y="673953"/>
                  </a:cubicBezTo>
                  <a:cubicBezTo>
                    <a:pt x="109232" y="692540"/>
                    <a:pt x="105085" y="616372"/>
                    <a:pt x="105085" y="616372"/>
                  </a:cubicBezTo>
                  <a:cubicBezTo>
                    <a:pt x="105085" y="616372"/>
                    <a:pt x="81461" y="688248"/>
                    <a:pt x="52874" y="605442"/>
                  </a:cubicBezTo>
                  <a:cubicBezTo>
                    <a:pt x="34652" y="552658"/>
                    <a:pt x="60635" y="510022"/>
                    <a:pt x="6221" y="420830"/>
                  </a:cubicBezTo>
                  <a:cubicBezTo>
                    <a:pt x="44477" y="552088"/>
                    <a:pt x="-4565" y="582703"/>
                    <a:pt x="351" y="644983"/>
                  </a:cubicBezTo>
                  <a:cubicBezTo>
                    <a:pt x="5861" y="714783"/>
                    <a:pt x="26801" y="765233"/>
                    <a:pt x="86099" y="805363"/>
                  </a:cubicBezTo>
                  <a:lnTo>
                    <a:pt x="119512" y="822100"/>
                  </a:lnTo>
                  <a:lnTo>
                    <a:pt x="204448" y="827409"/>
                  </a:lnTo>
                  <a:cubicBezTo>
                    <a:pt x="245318" y="804490"/>
                    <a:pt x="332279" y="755125"/>
                    <a:pt x="364953" y="691572"/>
                  </a:cubicBezTo>
                  <a:cubicBezTo>
                    <a:pt x="428427" y="568119"/>
                    <a:pt x="359466" y="467919"/>
                    <a:pt x="451200" y="349648"/>
                  </a:cubicBezTo>
                  <a:cubicBezTo>
                    <a:pt x="361211" y="412683"/>
                    <a:pt x="364439" y="616029"/>
                    <a:pt x="286261" y="554735"/>
                  </a:cubicBezTo>
                  <a:cubicBezTo>
                    <a:pt x="246145" y="523290"/>
                    <a:pt x="352412" y="417587"/>
                    <a:pt x="350276" y="302243"/>
                  </a:cubicBezTo>
                  <a:cubicBezTo>
                    <a:pt x="336247" y="388173"/>
                    <a:pt x="281273" y="455854"/>
                    <a:pt x="243793" y="425401"/>
                  </a:cubicBezTo>
                  <a:cubicBezTo>
                    <a:pt x="206313" y="394948"/>
                    <a:pt x="283781" y="277254"/>
                    <a:pt x="255035" y="216177"/>
                  </a:cubicBezTo>
                  <a:cubicBezTo>
                    <a:pt x="223752" y="149721"/>
                    <a:pt x="192221" y="103609"/>
                    <a:pt x="210630" y="19"/>
                  </a:cubicBezTo>
                  <a:close/>
                </a:path>
              </a:pathLst>
            </a:custGeom>
            <a:solidFill>
              <a:srgbClr val="FF7D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60B117A-805B-AEFD-54A6-5C1C1C903001}"/>
              </a:ext>
            </a:extLst>
          </p:cNvPr>
          <p:cNvSpPr/>
          <p:nvPr/>
        </p:nvSpPr>
        <p:spPr>
          <a:xfrm rot="5400000">
            <a:off x="3425344" y="2983191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475BD3-191F-FC38-9DC6-F05D1ECAE31D}"/>
              </a:ext>
            </a:extLst>
          </p:cNvPr>
          <p:cNvSpPr/>
          <p:nvPr/>
        </p:nvSpPr>
        <p:spPr>
          <a:xfrm rot="5400000">
            <a:off x="3812169" y="2408426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EB32E3-EB50-AD8D-8B42-FAE8E33597D4}"/>
              </a:ext>
            </a:extLst>
          </p:cNvPr>
          <p:cNvSpPr txBox="1"/>
          <p:nvPr/>
        </p:nvSpPr>
        <p:spPr>
          <a:xfrm>
            <a:off x="4097279" y="3126529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00F4C8D2-B776-C18A-A91C-DB4F18F347B4}"/>
              </a:ext>
            </a:extLst>
          </p:cNvPr>
          <p:cNvSpPr/>
          <p:nvPr/>
        </p:nvSpPr>
        <p:spPr>
          <a:xfrm rot="5400000">
            <a:off x="6175971" y="3095184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B1FDF-D834-627F-1BA9-66113F50D84E}"/>
              </a:ext>
            </a:extLst>
          </p:cNvPr>
          <p:cNvSpPr/>
          <p:nvPr/>
        </p:nvSpPr>
        <p:spPr>
          <a:xfrm>
            <a:off x="7268961" y="2743491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720771B3-A47D-4CE5-4314-AE94F7531B25}"/>
              </a:ext>
            </a:extLst>
          </p:cNvPr>
          <p:cNvSpPr/>
          <p:nvPr/>
        </p:nvSpPr>
        <p:spPr>
          <a:xfrm rot="5400000">
            <a:off x="7697066" y="3095184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7D01AE-4C26-A371-635D-6FD01B886631}"/>
              </a:ext>
            </a:extLst>
          </p:cNvPr>
          <p:cNvSpPr txBox="1"/>
          <p:nvPr/>
        </p:nvSpPr>
        <p:spPr>
          <a:xfrm>
            <a:off x="7199451" y="3234255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12B3C533-D701-9274-868D-0B47869DCC0E}"/>
              </a:ext>
            </a:extLst>
          </p:cNvPr>
          <p:cNvSpPr/>
          <p:nvPr/>
        </p:nvSpPr>
        <p:spPr>
          <a:xfrm rot="5400000">
            <a:off x="8728136" y="3095184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93AECCA-5A3E-832B-FBA5-5A0980CF685B}"/>
              </a:ext>
            </a:extLst>
          </p:cNvPr>
          <p:cNvSpPr/>
          <p:nvPr/>
        </p:nvSpPr>
        <p:spPr>
          <a:xfrm>
            <a:off x="3620425" y="2118765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DDA92E7-6CFE-4CF6-23F5-D13496941FA0}"/>
              </a:ext>
            </a:extLst>
          </p:cNvPr>
          <p:cNvSpPr/>
          <p:nvPr/>
        </p:nvSpPr>
        <p:spPr>
          <a:xfrm rot="10800000">
            <a:off x="3620425" y="4190788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387D64-178D-BF1F-BD34-AC6BCFC0640C}"/>
              </a:ext>
            </a:extLst>
          </p:cNvPr>
          <p:cNvCxnSpPr>
            <a:cxnSpLocks/>
          </p:cNvCxnSpPr>
          <p:nvPr/>
        </p:nvCxnSpPr>
        <p:spPr>
          <a:xfrm>
            <a:off x="3620425" y="3388139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3ACE087-0E48-CB44-1205-A54F44111965}"/>
              </a:ext>
            </a:extLst>
          </p:cNvPr>
          <p:cNvSpPr/>
          <p:nvPr/>
        </p:nvSpPr>
        <p:spPr>
          <a:xfrm>
            <a:off x="5484559" y="3280711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5D3CDD-FA87-42DA-2CD1-44A97DF927A0}"/>
              </a:ext>
            </a:extLst>
          </p:cNvPr>
          <p:cNvSpPr/>
          <p:nvPr/>
        </p:nvSpPr>
        <p:spPr>
          <a:xfrm>
            <a:off x="6584022" y="3280711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F53E13-A5DB-2956-9FB5-112D719A65BD}"/>
              </a:ext>
            </a:extLst>
          </p:cNvPr>
          <p:cNvCxnSpPr>
            <a:cxnSpLocks/>
          </p:cNvCxnSpPr>
          <p:nvPr/>
        </p:nvCxnSpPr>
        <p:spPr>
          <a:xfrm>
            <a:off x="5667439" y="3374172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EDE348-3E4A-6AC8-A69E-05A1068D5D39}"/>
              </a:ext>
            </a:extLst>
          </p:cNvPr>
          <p:cNvCxnSpPr>
            <a:cxnSpLocks/>
          </p:cNvCxnSpPr>
          <p:nvPr/>
        </p:nvCxnSpPr>
        <p:spPr>
          <a:xfrm flipH="1">
            <a:off x="6207332" y="3374172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73A6A56-8427-AC0F-83AD-5037AD56498A}"/>
              </a:ext>
            </a:extLst>
          </p:cNvPr>
          <p:cNvCxnSpPr>
            <a:cxnSpLocks/>
          </p:cNvCxnSpPr>
          <p:nvPr/>
        </p:nvCxnSpPr>
        <p:spPr>
          <a:xfrm>
            <a:off x="6033199" y="3237012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DA5E10-18F2-97EF-EC96-7704BEC23705}"/>
              </a:ext>
            </a:extLst>
          </p:cNvPr>
          <p:cNvCxnSpPr>
            <a:cxnSpLocks/>
          </p:cNvCxnSpPr>
          <p:nvPr/>
        </p:nvCxnSpPr>
        <p:spPr>
          <a:xfrm>
            <a:off x="6201930" y="3237012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89E0329B-3AD7-BF30-8A4A-52469075071E}"/>
              </a:ext>
            </a:extLst>
          </p:cNvPr>
          <p:cNvSpPr/>
          <p:nvPr/>
        </p:nvSpPr>
        <p:spPr>
          <a:xfrm rot="5400000">
            <a:off x="6060374" y="3034758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DDAE2CC1-BDB9-3FE7-81AA-621A3DC4F3C7}"/>
              </a:ext>
            </a:extLst>
          </p:cNvPr>
          <p:cNvSpPr/>
          <p:nvPr/>
        </p:nvSpPr>
        <p:spPr>
          <a:xfrm rot="16200000">
            <a:off x="6065815" y="3323869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17AE54-4CF6-F2F7-866C-89E696099410}"/>
              </a:ext>
            </a:extLst>
          </p:cNvPr>
          <p:cNvSpPr txBox="1"/>
          <p:nvPr/>
        </p:nvSpPr>
        <p:spPr>
          <a:xfrm>
            <a:off x="7199451" y="3237118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D0709-ECAF-7A9E-5491-6AD64383CBA3}"/>
              </a:ext>
            </a:extLst>
          </p:cNvPr>
          <p:cNvSpPr txBox="1"/>
          <p:nvPr/>
        </p:nvSpPr>
        <p:spPr>
          <a:xfrm>
            <a:off x="7550586" y="1439810"/>
            <a:ext cx="3735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Receiver</a:t>
            </a:r>
            <a:r>
              <a:rPr lang="en-US" dirty="0"/>
              <a:t> – vibration on important components in the payload</a:t>
            </a:r>
            <a:endParaRPr lang="en-US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6FC547-24BB-EB18-3100-9BD9515EEA55}"/>
              </a:ext>
            </a:extLst>
          </p:cNvPr>
          <p:cNvCxnSpPr>
            <a:cxnSpLocks/>
          </p:cNvCxnSpPr>
          <p:nvPr/>
        </p:nvCxnSpPr>
        <p:spPr>
          <a:xfrm>
            <a:off x="7862083" y="2086141"/>
            <a:ext cx="396111" cy="10930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5C6881EB-DC28-7181-0DC8-A5734519AF14}"/>
              </a:ext>
            </a:extLst>
          </p:cNvPr>
          <p:cNvSpPr/>
          <p:nvPr/>
        </p:nvSpPr>
        <p:spPr>
          <a:xfrm>
            <a:off x="6901494" y="3701960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CBE91DB0-9B2B-2C85-9EDD-32EA21EDEACD}"/>
              </a:ext>
            </a:extLst>
          </p:cNvPr>
          <p:cNvSpPr/>
          <p:nvPr/>
        </p:nvSpPr>
        <p:spPr>
          <a:xfrm>
            <a:off x="6863490" y="366538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CA751F3B-BC3E-D471-E24D-CE1304214135}"/>
              </a:ext>
            </a:extLst>
          </p:cNvPr>
          <p:cNvSpPr/>
          <p:nvPr/>
        </p:nvSpPr>
        <p:spPr>
          <a:xfrm>
            <a:off x="6819198" y="361966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3F43C816-9949-C897-5F9D-F53012B4BCED}"/>
              </a:ext>
            </a:extLst>
          </p:cNvPr>
          <p:cNvSpPr/>
          <p:nvPr/>
        </p:nvSpPr>
        <p:spPr>
          <a:xfrm>
            <a:off x="6773478" y="357394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11583086-8F80-C432-2CC0-F461A8B27F5A}"/>
              </a:ext>
            </a:extLst>
          </p:cNvPr>
          <p:cNvSpPr/>
          <p:nvPr/>
        </p:nvSpPr>
        <p:spPr>
          <a:xfrm rot="10800000">
            <a:off x="6863490" y="366538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E86C7CA6-20CD-7EE1-C4F7-5007067D5411}"/>
              </a:ext>
            </a:extLst>
          </p:cNvPr>
          <p:cNvSpPr/>
          <p:nvPr/>
        </p:nvSpPr>
        <p:spPr>
          <a:xfrm rot="10800000">
            <a:off x="6819198" y="361966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5F04A988-CF40-1462-D817-48F51F6D010A}"/>
              </a:ext>
            </a:extLst>
          </p:cNvPr>
          <p:cNvSpPr/>
          <p:nvPr/>
        </p:nvSpPr>
        <p:spPr>
          <a:xfrm rot="10800000">
            <a:off x="6773478" y="357394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0D3DFDD-CF2F-3DCB-1A2E-4EB2422FEE7B}"/>
              </a:ext>
            </a:extLst>
          </p:cNvPr>
          <p:cNvSpPr/>
          <p:nvPr/>
        </p:nvSpPr>
        <p:spPr>
          <a:xfrm>
            <a:off x="7624339" y="2941430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666F2B55-3394-F14F-E7B9-8C10A96831CA}"/>
              </a:ext>
            </a:extLst>
          </p:cNvPr>
          <p:cNvSpPr/>
          <p:nvPr/>
        </p:nvSpPr>
        <p:spPr>
          <a:xfrm>
            <a:off x="7586335" y="290485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5A36F44B-D190-1E05-DCCA-C23B5383125D}"/>
              </a:ext>
            </a:extLst>
          </p:cNvPr>
          <p:cNvSpPr/>
          <p:nvPr/>
        </p:nvSpPr>
        <p:spPr>
          <a:xfrm>
            <a:off x="7542043" y="285913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CAA0F0DB-E3A2-3C5F-967E-6782667B3A4F}"/>
              </a:ext>
            </a:extLst>
          </p:cNvPr>
          <p:cNvSpPr/>
          <p:nvPr/>
        </p:nvSpPr>
        <p:spPr>
          <a:xfrm>
            <a:off x="7496323" y="281341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381E5977-3B2A-0B30-47DF-6FC8F065BDDA}"/>
              </a:ext>
            </a:extLst>
          </p:cNvPr>
          <p:cNvSpPr/>
          <p:nvPr/>
        </p:nvSpPr>
        <p:spPr>
          <a:xfrm rot="10800000">
            <a:off x="7586335" y="2904854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55FCA924-E6CF-0CBC-C5D2-F796D041D36D}"/>
              </a:ext>
            </a:extLst>
          </p:cNvPr>
          <p:cNvSpPr/>
          <p:nvPr/>
        </p:nvSpPr>
        <p:spPr>
          <a:xfrm rot="10800000">
            <a:off x="7542043" y="2859134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25D9DBA-ABB8-1710-D7E7-CB447DE500C9}"/>
              </a:ext>
            </a:extLst>
          </p:cNvPr>
          <p:cNvSpPr/>
          <p:nvPr/>
        </p:nvSpPr>
        <p:spPr>
          <a:xfrm>
            <a:off x="8258194" y="3368172"/>
            <a:ext cx="109728" cy="10972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A9901F21-07DC-4513-E765-184DB5DD46E8}"/>
              </a:ext>
            </a:extLst>
          </p:cNvPr>
          <p:cNvSpPr/>
          <p:nvPr/>
        </p:nvSpPr>
        <p:spPr>
          <a:xfrm>
            <a:off x="8220190" y="3331596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746BD09E-AEF4-6CAB-1C17-644283B09C68}"/>
              </a:ext>
            </a:extLst>
          </p:cNvPr>
          <p:cNvSpPr/>
          <p:nvPr/>
        </p:nvSpPr>
        <p:spPr>
          <a:xfrm>
            <a:off x="8175898" y="3285876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7A9FB849-B008-42CA-F685-44AA74EAB073}"/>
              </a:ext>
            </a:extLst>
          </p:cNvPr>
          <p:cNvSpPr/>
          <p:nvPr/>
        </p:nvSpPr>
        <p:spPr>
          <a:xfrm>
            <a:off x="8130178" y="3240156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EFD6EF5A-535B-2630-1EDC-9BBC78D2626A}"/>
              </a:ext>
            </a:extLst>
          </p:cNvPr>
          <p:cNvSpPr/>
          <p:nvPr/>
        </p:nvSpPr>
        <p:spPr>
          <a:xfrm rot="10800000">
            <a:off x="8220190" y="3331596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35B1B5F3-B1EF-24F2-AAF0-23B4A9B07A77}"/>
              </a:ext>
            </a:extLst>
          </p:cNvPr>
          <p:cNvSpPr/>
          <p:nvPr/>
        </p:nvSpPr>
        <p:spPr>
          <a:xfrm rot="10800000">
            <a:off x="8175898" y="3285876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39862582-C681-CF77-2152-9FBA157D27B0}"/>
              </a:ext>
            </a:extLst>
          </p:cNvPr>
          <p:cNvSpPr/>
          <p:nvPr/>
        </p:nvSpPr>
        <p:spPr>
          <a:xfrm rot="10800000">
            <a:off x="8130178" y="3240156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79DE20F-691D-0B27-C709-F36DAD2703FE}"/>
              </a:ext>
            </a:extLst>
          </p:cNvPr>
          <p:cNvCxnSpPr>
            <a:cxnSpLocks/>
          </p:cNvCxnSpPr>
          <p:nvPr/>
        </p:nvCxnSpPr>
        <p:spPr>
          <a:xfrm flipH="1">
            <a:off x="7734067" y="2086141"/>
            <a:ext cx="128016" cy="7729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EE1EE11-6DFF-D8DC-D003-C2C47A75A251}"/>
              </a:ext>
            </a:extLst>
          </p:cNvPr>
          <p:cNvCxnSpPr>
            <a:cxnSpLocks/>
          </p:cNvCxnSpPr>
          <p:nvPr/>
        </p:nvCxnSpPr>
        <p:spPr>
          <a:xfrm flipH="1">
            <a:off x="6901494" y="2086141"/>
            <a:ext cx="960589" cy="14878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6">
            <a:extLst>
              <a:ext uri="{FF2B5EF4-FFF2-40B4-BE49-F238E27FC236}">
                <a16:creationId xmlns:a16="http://schemas.microsoft.com/office/drawing/2014/main" id="{5FE282DD-E83F-BA21-BC5F-F7ACA883AC71}"/>
              </a:ext>
            </a:extLst>
          </p:cNvPr>
          <p:cNvSpPr/>
          <p:nvPr/>
        </p:nvSpPr>
        <p:spPr>
          <a:xfrm>
            <a:off x="2360341" y="2799905"/>
            <a:ext cx="1354847" cy="1174033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20254D-48F6-0570-2AE5-459BADF63F68}"/>
              </a:ext>
            </a:extLst>
          </p:cNvPr>
          <p:cNvSpPr txBox="1"/>
          <p:nvPr/>
        </p:nvSpPr>
        <p:spPr>
          <a:xfrm>
            <a:off x="862770" y="1746133"/>
            <a:ext cx="2321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Source</a:t>
            </a:r>
            <a:r>
              <a:rPr lang="en-US" dirty="0"/>
              <a:t> – forces acting on the system</a:t>
            </a:r>
            <a:endParaRPr lang="en-US" b="1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729B96D-D08A-3E6B-8C6D-9DC47117B135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2023564" y="2392464"/>
            <a:ext cx="371316" cy="4802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Arc 72">
            <a:extLst>
              <a:ext uri="{FF2B5EF4-FFF2-40B4-BE49-F238E27FC236}">
                <a16:creationId xmlns:a16="http://schemas.microsoft.com/office/drawing/2014/main" id="{6C8DAC0D-F23E-1F0B-29D6-DF63423795F2}"/>
              </a:ext>
            </a:extLst>
          </p:cNvPr>
          <p:cNvSpPr/>
          <p:nvPr/>
        </p:nvSpPr>
        <p:spPr>
          <a:xfrm rot="21321119">
            <a:off x="3211313" y="1605471"/>
            <a:ext cx="5359578" cy="2667539"/>
          </a:xfrm>
          <a:prstGeom prst="arc">
            <a:avLst>
              <a:gd name="adj1" fmla="val 1200278"/>
              <a:gd name="adj2" fmla="val 9600902"/>
            </a:avLst>
          </a:prstGeom>
          <a:ln w="57150">
            <a:solidFill>
              <a:schemeClr val="accent4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FE85A5C-769E-5226-49DD-67EF74B0859A}"/>
              </a:ext>
            </a:extLst>
          </p:cNvPr>
          <p:cNvSpPr txBox="1"/>
          <p:nvPr/>
        </p:nvSpPr>
        <p:spPr>
          <a:xfrm>
            <a:off x="6184488" y="4251690"/>
            <a:ext cx="2507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Path</a:t>
            </a:r>
            <a:r>
              <a:rPr lang="en-US" dirty="0"/>
              <a:t> – how energy moves in the system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20B7BC6-2DE2-0928-12E7-7A7C026A9DE1}"/>
                  </a:ext>
                </a:extLst>
              </p:cNvPr>
              <p:cNvSpPr txBox="1"/>
              <p:nvPr/>
            </p:nvSpPr>
            <p:spPr>
              <a:xfrm>
                <a:off x="7752068" y="1578521"/>
                <a:ext cx="2501454" cy="38824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𝑠𝑦𝑠𝑡𝑒𝑚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𝑟𝑒𝑠𝑝𝑜𝑛𝑠𝑒𝑠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20B7BC6-2DE2-0928-12E7-7A7C026A9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068" y="1578521"/>
                <a:ext cx="2501454" cy="388248"/>
              </a:xfrm>
              <a:prstGeom prst="rect">
                <a:avLst/>
              </a:prstGeom>
              <a:blipFill>
                <a:blip r:embed="rId2"/>
                <a:stretch>
                  <a:fillRect t="-6250" r="-1515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2FADA28-1D34-E6E7-E726-EA15429C20E1}"/>
                  </a:ext>
                </a:extLst>
              </p:cNvPr>
              <p:cNvSpPr txBox="1"/>
              <p:nvPr/>
            </p:nvSpPr>
            <p:spPr>
              <a:xfrm>
                <a:off x="1000885" y="1880623"/>
                <a:ext cx="1406026" cy="3539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𝑓𝑜𝑟𝑐𝑒𝑠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2FADA28-1D34-E6E7-E726-EA15429C2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885" y="1880623"/>
                <a:ext cx="1406026" cy="353943"/>
              </a:xfrm>
              <a:prstGeom prst="rect">
                <a:avLst/>
              </a:prstGeom>
              <a:blipFill>
                <a:blip r:embed="rId3"/>
                <a:stretch>
                  <a:fillRect t="-6897" r="-4464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17C7219-D898-7B0D-AD02-9746B5F31B96}"/>
                  </a:ext>
                </a:extLst>
              </p:cNvPr>
              <p:cNvSpPr txBox="1"/>
              <p:nvPr/>
            </p:nvSpPr>
            <p:spPr>
              <a:xfrm>
                <a:off x="6306328" y="4410506"/>
                <a:ext cx="2063770" cy="3539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10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𝑠𝑦𝑠𝑡𝑒𝑚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𝐹𝑅𝐹𝑠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17C7219-D898-7B0D-AD02-9746B5F31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328" y="4410506"/>
                <a:ext cx="2063770" cy="353943"/>
              </a:xfrm>
              <a:prstGeom prst="rect">
                <a:avLst/>
              </a:prstGeom>
              <a:blipFill>
                <a:blip r:embed="rId4"/>
                <a:stretch>
                  <a:fillRect t="-6897" r="-1220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Arc 77">
            <a:extLst>
              <a:ext uri="{FF2B5EF4-FFF2-40B4-BE49-F238E27FC236}">
                <a16:creationId xmlns:a16="http://schemas.microsoft.com/office/drawing/2014/main" id="{5147AA72-23E3-BC6B-1CE2-DA6F84F64ADA}"/>
              </a:ext>
            </a:extLst>
          </p:cNvPr>
          <p:cNvSpPr/>
          <p:nvPr/>
        </p:nvSpPr>
        <p:spPr>
          <a:xfrm rot="10800000">
            <a:off x="7490172" y="2813414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614F0F-FE8A-6742-4E37-53464B1E7740}"/>
              </a:ext>
            </a:extLst>
          </p:cNvPr>
          <p:cNvSpPr txBox="1"/>
          <p:nvPr/>
        </p:nvSpPr>
        <p:spPr>
          <a:xfrm>
            <a:off x="5682169" y="2765337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</p:spTree>
    <p:extLst>
      <p:ext uri="{BB962C8B-B14F-4D97-AF65-F5344CB8AC3E}">
        <p14:creationId xmlns:p14="http://schemas.microsoft.com/office/powerpoint/2010/main" val="1838687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2BEB-4426-846D-48C3-2EB75B0D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Source-Path-Receiver Framework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36628B5F-649C-22C0-E272-F51541EC76DE}"/>
              </a:ext>
            </a:extLst>
          </p:cNvPr>
          <p:cNvSpPr/>
          <p:nvPr/>
        </p:nvSpPr>
        <p:spPr>
          <a:xfrm>
            <a:off x="9047015" y="3816505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88731847-0F21-FA1E-F309-8FBFECF02001}"/>
              </a:ext>
            </a:extLst>
          </p:cNvPr>
          <p:cNvGrpSpPr/>
          <p:nvPr/>
        </p:nvGrpSpPr>
        <p:grpSpPr>
          <a:xfrm rot="16200000">
            <a:off x="2599578" y="3258876"/>
            <a:ext cx="860686" cy="1181316"/>
            <a:chOff x="3701202" y="5125633"/>
            <a:chExt cx="860686" cy="118131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84E1AD-59ED-3FA9-8381-364F87321315}"/>
                </a:ext>
              </a:extLst>
            </p:cNvPr>
            <p:cNvSpPr/>
            <p:nvPr/>
          </p:nvSpPr>
          <p:spPr>
            <a:xfrm>
              <a:off x="3701202" y="5125633"/>
              <a:ext cx="860678" cy="1171638"/>
            </a:xfrm>
            <a:custGeom>
              <a:avLst/>
              <a:gdLst>
                <a:gd name="connsiteX0" fmla="*/ 580458 w 860678"/>
                <a:gd name="connsiteY0" fmla="*/ 6547 h 1171638"/>
                <a:gd name="connsiteX1" fmla="*/ 375371 w 860678"/>
                <a:gd name="connsiteY1" fmla="*/ 137931 h 1171638"/>
                <a:gd name="connsiteX2" fmla="*/ 319343 w 860678"/>
                <a:gd name="connsiteY2" fmla="*/ 120812 h 1171638"/>
                <a:gd name="connsiteX3" fmla="*/ 278787 w 860678"/>
                <a:gd name="connsiteY3" fmla="*/ 9479 h 1171638"/>
                <a:gd name="connsiteX4" fmla="*/ 338589 w 860678"/>
                <a:gd name="connsiteY4" fmla="*/ 216964 h 1171638"/>
                <a:gd name="connsiteX5" fmla="*/ 345253 w 860678"/>
                <a:gd name="connsiteY5" fmla="*/ 384503 h 1171638"/>
                <a:gd name="connsiteX6" fmla="*/ 244732 w 860678"/>
                <a:gd name="connsiteY6" fmla="*/ 303849 h 1171638"/>
                <a:gd name="connsiteX7" fmla="*/ 225980 w 860678"/>
                <a:gd name="connsiteY7" fmla="*/ 133085 h 1171638"/>
                <a:gd name="connsiteX8" fmla="*/ 179991 w 860678"/>
                <a:gd name="connsiteY8" fmla="*/ 264712 h 1171638"/>
                <a:gd name="connsiteX9" fmla="*/ 206469 w 860678"/>
                <a:gd name="connsiteY9" fmla="*/ 426713 h 1171638"/>
                <a:gd name="connsiteX10" fmla="*/ 263388 w 860678"/>
                <a:gd name="connsiteY10" fmla="*/ 568957 h 1171638"/>
                <a:gd name="connsiteX11" fmla="*/ 121137 w 860678"/>
                <a:gd name="connsiteY11" fmla="*/ 508612 h 1171638"/>
                <a:gd name="connsiteX12" fmla="*/ 43401 w 860678"/>
                <a:gd name="connsiteY12" fmla="*/ 253023 h 1171638"/>
                <a:gd name="connsiteX13" fmla="*/ 53355 w 860678"/>
                <a:gd name="connsiteY13" fmla="*/ 537551 h 1171638"/>
                <a:gd name="connsiteX14" fmla="*/ 186656 w 860678"/>
                <a:gd name="connsiteY14" fmla="*/ 774594 h 1171638"/>
                <a:gd name="connsiteX15" fmla="*/ 69409 w 860678"/>
                <a:gd name="connsiteY15" fmla="*/ 777041 h 1171638"/>
                <a:gd name="connsiteX16" fmla="*/ -395 w 860678"/>
                <a:gd name="connsiteY16" fmla="*/ 606610 h 1171638"/>
                <a:gd name="connsiteX17" fmla="*/ 34953 w 860678"/>
                <a:gd name="connsiteY17" fmla="*/ 831042 h 1171638"/>
                <a:gd name="connsiteX18" fmla="*/ 139415 w 860678"/>
                <a:gd name="connsiteY18" fmla="*/ 920583 h 1171638"/>
                <a:gd name="connsiteX19" fmla="*/ 192053 w 860678"/>
                <a:gd name="connsiteY19" fmla="*/ 967776 h 1171638"/>
                <a:gd name="connsiteX20" fmla="*/ 50699 w 860678"/>
                <a:gd name="connsiteY20" fmla="*/ 917524 h 1171638"/>
                <a:gd name="connsiteX21" fmla="*/ 206613 w 860678"/>
                <a:gd name="connsiteY21" fmla="*/ 1113755 h 1171638"/>
                <a:gd name="connsiteX22" fmla="*/ 356601 w 860678"/>
                <a:gd name="connsiteY22" fmla="*/ 1170029 h 1171638"/>
                <a:gd name="connsiteX23" fmla="*/ 231576 w 860678"/>
                <a:gd name="connsiteY23" fmla="*/ 985525 h 1171638"/>
                <a:gd name="connsiteX24" fmla="*/ 237597 w 860678"/>
                <a:gd name="connsiteY24" fmla="*/ 757595 h 1171638"/>
                <a:gd name="connsiteX25" fmla="*/ 285349 w 860678"/>
                <a:gd name="connsiteY25" fmla="*/ 945373 h 1171638"/>
                <a:gd name="connsiteX26" fmla="*/ 338764 w 860678"/>
                <a:gd name="connsiteY26" fmla="*/ 956454 h 1171638"/>
                <a:gd name="connsiteX27" fmla="*/ 377201 w 860678"/>
                <a:gd name="connsiteY27" fmla="*/ 1023128 h 1171638"/>
                <a:gd name="connsiteX28" fmla="*/ 348067 w 860678"/>
                <a:gd name="connsiteY28" fmla="*/ 900636 h 1171638"/>
                <a:gd name="connsiteX29" fmla="*/ 294261 w 860678"/>
                <a:gd name="connsiteY29" fmla="*/ 718020 h 1171638"/>
                <a:gd name="connsiteX30" fmla="*/ 354574 w 860678"/>
                <a:gd name="connsiteY30" fmla="*/ 470345 h 1171638"/>
                <a:gd name="connsiteX31" fmla="*/ 334411 w 860678"/>
                <a:gd name="connsiteY31" fmla="*/ 700693 h 1171638"/>
                <a:gd name="connsiteX32" fmla="*/ 425973 w 860678"/>
                <a:gd name="connsiteY32" fmla="*/ 796401 h 1171638"/>
                <a:gd name="connsiteX33" fmla="*/ 411439 w 860678"/>
                <a:gd name="connsiteY33" fmla="*/ 606355 h 1171638"/>
                <a:gd name="connsiteX34" fmla="*/ 446791 w 860678"/>
                <a:gd name="connsiteY34" fmla="*/ 329582 h 1171638"/>
                <a:gd name="connsiteX35" fmla="*/ 492249 w 860678"/>
                <a:gd name="connsiteY35" fmla="*/ 549418 h 1171638"/>
                <a:gd name="connsiteX36" fmla="*/ 480734 w 860678"/>
                <a:gd name="connsiteY36" fmla="*/ 762239 h 1171638"/>
                <a:gd name="connsiteX37" fmla="*/ 589729 w 860678"/>
                <a:gd name="connsiteY37" fmla="*/ 636981 h 1171638"/>
                <a:gd name="connsiteX38" fmla="*/ 524170 w 860678"/>
                <a:gd name="connsiteY38" fmla="*/ 893769 h 1171638"/>
                <a:gd name="connsiteX39" fmla="*/ 692968 w 860678"/>
                <a:gd name="connsiteY39" fmla="*/ 685165 h 1171638"/>
                <a:gd name="connsiteX40" fmla="*/ 604716 w 860678"/>
                <a:gd name="connsiteY40" fmla="*/ 1032945 h 1171638"/>
                <a:gd name="connsiteX41" fmla="*/ 438729 w 860678"/>
                <a:gd name="connsiteY41" fmla="*/ 1172071 h 1171638"/>
                <a:gd name="connsiteX42" fmla="*/ 700574 w 860678"/>
                <a:gd name="connsiteY42" fmla="*/ 1010611 h 1171638"/>
                <a:gd name="connsiteX43" fmla="*/ 788626 w 860678"/>
                <a:gd name="connsiteY43" fmla="*/ 928481 h 1171638"/>
                <a:gd name="connsiteX44" fmla="*/ 851835 w 860678"/>
                <a:gd name="connsiteY44" fmla="*/ 729555 h 1171638"/>
                <a:gd name="connsiteX45" fmla="*/ 707949 w 860678"/>
                <a:gd name="connsiteY45" fmla="*/ 894348 h 1171638"/>
                <a:gd name="connsiteX46" fmla="*/ 789258 w 860678"/>
                <a:gd name="connsiteY46" fmla="*/ 748149 h 1171638"/>
                <a:gd name="connsiteX47" fmla="*/ 852503 w 860678"/>
                <a:gd name="connsiteY47" fmla="*/ 424271 h 1171638"/>
                <a:gd name="connsiteX48" fmla="*/ 733540 w 860678"/>
                <a:gd name="connsiteY48" fmla="*/ 649503 h 1171638"/>
                <a:gd name="connsiteX49" fmla="*/ 741586 w 860678"/>
                <a:gd name="connsiteY49" fmla="*/ 511386 h 1171638"/>
                <a:gd name="connsiteX50" fmla="*/ 777841 w 860678"/>
                <a:gd name="connsiteY50" fmla="*/ 307379 h 1171638"/>
                <a:gd name="connsiteX51" fmla="*/ 697087 w 860678"/>
                <a:gd name="connsiteY51" fmla="*/ 480399 h 1171638"/>
                <a:gd name="connsiteX52" fmla="*/ 634918 w 860678"/>
                <a:gd name="connsiteY52" fmla="*/ 515541 h 1171638"/>
                <a:gd name="connsiteX53" fmla="*/ 666696 w 860678"/>
                <a:gd name="connsiteY53" fmla="*/ 317513 h 1171638"/>
                <a:gd name="connsiteX54" fmla="*/ 705177 w 860678"/>
                <a:gd name="connsiteY54" fmla="*/ 68019 h 1171638"/>
                <a:gd name="connsiteX55" fmla="*/ 613702 w 860678"/>
                <a:gd name="connsiteY55" fmla="*/ 236212 h 1171638"/>
                <a:gd name="connsiteX56" fmla="*/ 550517 w 860678"/>
                <a:gd name="connsiteY56" fmla="*/ 125165 h 1171638"/>
                <a:gd name="connsiteX57" fmla="*/ 597530 w 860678"/>
                <a:gd name="connsiteY57" fmla="*/ 325475 h 1171638"/>
                <a:gd name="connsiteX58" fmla="*/ 504889 w 860678"/>
                <a:gd name="connsiteY58" fmla="*/ 382816 h 1171638"/>
                <a:gd name="connsiteX59" fmla="*/ 527534 w 860678"/>
                <a:gd name="connsiteY59" fmla="*/ 267724 h 1171638"/>
                <a:gd name="connsiteX60" fmla="*/ 432944 w 860678"/>
                <a:gd name="connsiteY60" fmla="*/ 172455 h 1171638"/>
                <a:gd name="connsiteX61" fmla="*/ 580460 w 860678"/>
                <a:gd name="connsiteY61" fmla="*/ 6545 h 11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60678" h="1171638">
                  <a:moveTo>
                    <a:pt x="580458" y="6547"/>
                  </a:moveTo>
                  <a:cubicBezTo>
                    <a:pt x="453811" y="-21910"/>
                    <a:pt x="394455" y="53554"/>
                    <a:pt x="375371" y="137931"/>
                  </a:cubicBezTo>
                  <a:cubicBezTo>
                    <a:pt x="363784" y="189136"/>
                    <a:pt x="309353" y="159846"/>
                    <a:pt x="319343" y="120812"/>
                  </a:cubicBezTo>
                  <a:cubicBezTo>
                    <a:pt x="328085" y="86653"/>
                    <a:pt x="323684" y="27230"/>
                    <a:pt x="278787" y="9479"/>
                  </a:cubicBezTo>
                  <a:cubicBezTo>
                    <a:pt x="330709" y="89329"/>
                    <a:pt x="249601" y="152786"/>
                    <a:pt x="338589" y="216964"/>
                  </a:cubicBezTo>
                  <a:cubicBezTo>
                    <a:pt x="406106" y="265662"/>
                    <a:pt x="389161" y="357617"/>
                    <a:pt x="345253" y="384503"/>
                  </a:cubicBezTo>
                  <a:cubicBezTo>
                    <a:pt x="304260" y="409604"/>
                    <a:pt x="267082" y="351016"/>
                    <a:pt x="244732" y="303849"/>
                  </a:cubicBezTo>
                  <a:cubicBezTo>
                    <a:pt x="217349" y="246060"/>
                    <a:pt x="192695" y="222900"/>
                    <a:pt x="225980" y="133085"/>
                  </a:cubicBezTo>
                  <a:cubicBezTo>
                    <a:pt x="180125" y="176406"/>
                    <a:pt x="165641" y="214214"/>
                    <a:pt x="179991" y="264712"/>
                  </a:cubicBezTo>
                  <a:cubicBezTo>
                    <a:pt x="191879" y="306551"/>
                    <a:pt x="233139" y="357099"/>
                    <a:pt x="206469" y="426713"/>
                  </a:cubicBezTo>
                  <a:cubicBezTo>
                    <a:pt x="180219" y="495234"/>
                    <a:pt x="282602" y="503290"/>
                    <a:pt x="263388" y="568957"/>
                  </a:cubicBezTo>
                  <a:cubicBezTo>
                    <a:pt x="240833" y="646050"/>
                    <a:pt x="148316" y="588740"/>
                    <a:pt x="121137" y="508612"/>
                  </a:cubicBezTo>
                  <a:cubicBezTo>
                    <a:pt x="103845" y="457636"/>
                    <a:pt x="191224" y="310230"/>
                    <a:pt x="43401" y="253023"/>
                  </a:cubicBezTo>
                  <a:cubicBezTo>
                    <a:pt x="181627" y="337328"/>
                    <a:pt x="45902" y="452542"/>
                    <a:pt x="53355" y="537551"/>
                  </a:cubicBezTo>
                  <a:cubicBezTo>
                    <a:pt x="66213" y="684205"/>
                    <a:pt x="210140" y="724453"/>
                    <a:pt x="186656" y="774594"/>
                  </a:cubicBezTo>
                  <a:cubicBezTo>
                    <a:pt x="174609" y="800308"/>
                    <a:pt x="128599" y="846750"/>
                    <a:pt x="69409" y="777041"/>
                  </a:cubicBezTo>
                  <a:cubicBezTo>
                    <a:pt x="47539" y="751284"/>
                    <a:pt x="63491" y="655471"/>
                    <a:pt x="-395" y="606610"/>
                  </a:cubicBezTo>
                  <a:cubicBezTo>
                    <a:pt x="51906" y="683984"/>
                    <a:pt x="12323" y="773233"/>
                    <a:pt x="34953" y="831042"/>
                  </a:cubicBezTo>
                  <a:cubicBezTo>
                    <a:pt x="56964" y="887270"/>
                    <a:pt x="68829" y="897922"/>
                    <a:pt x="139415" y="920583"/>
                  </a:cubicBezTo>
                  <a:cubicBezTo>
                    <a:pt x="162288" y="927927"/>
                    <a:pt x="189647" y="934061"/>
                    <a:pt x="192053" y="967776"/>
                  </a:cubicBezTo>
                  <a:cubicBezTo>
                    <a:pt x="196563" y="1030969"/>
                    <a:pt x="54832" y="1016893"/>
                    <a:pt x="50699" y="917524"/>
                  </a:cubicBezTo>
                  <a:cubicBezTo>
                    <a:pt x="26171" y="1068793"/>
                    <a:pt x="154378" y="1023896"/>
                    <a:pt x="206613" y="1113755"/>
                  </a:cubicBezTo>
                  <a:cubicBezTo>
                    <a:pt x="224354" y="1144276"/>
                    <a:pt x="289599" y="1162301"/>
                    <a:pt x="356601" y="1170029"/>
                  </a:cubicBezTo>
                  <a:cubicBezTo>
                    <a:pt x="266974" y="1125954"/>
                    <a:pt x="238245" y="1069470"/>
                    <a:pt x="231576" y="985525"/>
                  </a:cubicBezTo>
                  <a:cubicBezTo>
                    <a:pt x="226545" y="922188"/>
                    <a:pt x="276750" y="891099"/>
                    <a:pt x="237597" y="757595"/>
                  </a:cubicBezTo>
                  <a:cubicBezTo>
                    <a:pt x="293286" y="848311"/>
                    <a:pt x="266699" y="891685"/>
                    <a:pt x="285349" y="945373"/>
                  </a:cubicBezTo>
                  <a:cubicBezTo>
                    <a:pt x="314606" y="1029596"/>
                    <a:pt x="338764" y="956454"/>
                    <a:pt x="338764" y="956454"/>
                  </a:cubicBezTo>
                  <a:cubicBezTo>
                    <a:pt x="338764" y="956454"/>
                    <a:pt x="347122" y="1042034"/>
                    <a:pt x="377201" y="1023128"/>
                  </a:cubicBezTo>
                  <a:cubicBezTo>
                    <a:pt x="420497" y="995914"/>
                    <a:pt x="356007" y="928037"/>
                    <a:pt x="348067" y="900636"/>
                  </a:cubicBezTo>
                  <a:cubicBezTo>
                    <a:pt x="331914" y="844893"/>
                    <a:pt x="318749" y="822402"/>
                    <a:pt x="294261" y="718020"/>
                  </a:cubicBezTo>
                  <a:cubicBezTo>
                    <a:pt x="273770" y="630679"/>
                    <a:pt x="377808" y="530778"/>
                    <a:pt x="354574" y="470345"/>
                  </a:cubicBezTo>
                  <a:cubicBezTo>
                    <a:pt x="413284" y="524870"/>
                    <a:pt x="319286" y="624160"/>
                    <a:pt x="334411" y="700693"/>
                  </a:cubicBezTo>
                  <a:cubicBezTo>
                    <a:pt x="350939" y="784330"/>
                    <a:pt x="384927" y="837611"/>
                    <a:pt x="425973" y="796401"/>
                  </a:cubicBezTo>
                  <a:cubicBezTo>
                    <a:pt x="453760" y="768504"/>
                    <a:pt x="367100" y="700085"/>
                    <a:pt x="411439" y="606355"/>
                  </a:cubicBezTo>
                  <a:cubicBezTo>
                    <a:pt x="456628" y="510831"/>
                    <a:pt x="413805" y="370492"/>
                    <a:pt x="446791" y="329582"/>
                  </a:cubicBezTo>
                  <a:cubicBezTo>
                    <a:pt x="427951" y="434935"/>
                    <a:pt x="460233" y="481814"/>
                    <a:pt x="492249" y="549418"/>
                  </a:cubicBezTo>
                  <a:cubicBezTo>
                    <a:pt x="521669" y="611536"/>
                    <a:pt x="442374" y="731268"/>
                    <a:pt x="480734" y="762239"/>
                  </a:cubicBezTo>
                  <a:cubicBezTo>
                    <a:pt x="519094" y="793214"/>
                    <a:pt x="575372" y="724379"/>
                    <a:pt x="589729" y="636981"/>
                  </a:cubicBezTo>
                  <a:cubicBezTo>
                    <a:pt x="591916" y="754305"/>
                    <a:pt x="483112" y="861773"/>
                    <a:pt x="524170" y="893769"/>
                  </a:cubicBezTo>
                  <a:cubicBezTo>
                    <a:pt x="604180" y="956094"/>
                    <a:pt x="600871" y="749279"/>
                    <a:pt x="692968" y="685165"/>
                  </a:cubicBezTo>
                  <a:cubicBezTo>
                    <a:pt x="599084" y="805457"/>
                    <a:pt x="669675" y="907379"/>
                    <a:pt x="604716" y="1032945"/>
                  </a:cubicBezTo>
                  <a:cubicBezTo>
                    <a:pt x="570861" y="1098384"/>
                    <a:pt x="479873" y="1149152"/>
                    <a:pt x="438729" y="1172071"/>
                  </a:cubicBezTo>
                  <a:cubicBezTo>
                    <a:pt x="658426" y="1169738"/>
                    <a:pt x="640719" y="1150493"/>
                    <a:pt x="700574" y="1010611"/>
                  </a:cubicBezTo>
                  <a:cubicBezTo>
                    <a:pt x="715352" y="976083"/>
                    <a:pt x="758645" y="960153"/>
                    <a:pt x="788626" y="928481"/>
                  </a:cubicBezTo>
                  <a:cubicBezTo>
                    <a:pt x="831736" y="882941"/>
                    <a:pt x="805388" y="820719"/>
                    <a:pt x="851835" y="729555"/>
                  </a:cubicBezTo>
                  <a:cubicBezTo>
                    <a:pt x="774923" y="802705"/>
                    <a:pt x="766001" y="938639"/>
                    <a:pt x="707949" y="894348"/>
                  </a:cubicBezTo>
                  <a:cubicBezTo>
                    <a:pt x="690186" y="880800"/>
                    <a:pt x="748966" y="829317"/>
                    <a:pt x="789258" y="748149"/>
                  </a:cubicBezTo>
                  <a:cubicBezTo>
                    <a:pt x="840504" y="644915"/>
                    <a:pt x="876941" y="502413"/>
                    <a:pt x="852503" y="424271"/>
                  </a:cubicBezTo>
                  <a:cubicBezTo>
                    <a:pt x="852835" y="554886"/>
                    <a:pt x="759372" y="666610"/>
                    <a:pt x="733540" y="649503"/>
                  </a:cubicBezTo>
                  <a:cubicBezTo>
                    <a:pt x="691841" y="621906"/>
                    <a:pt x="733761" y="574899"/>
                    <a:pt x="741586" y="511386"/>
                  </a:cubicBezTo>
                  <a:cubicBezTo>
                    <a:pt x="747470" y="463630"/>
                    <a:pt x="849977" y="378769"/>
                    <a:pt x="777841" y="307379"/>
                  </a:cubicBezTo>
                  <a:cubicBezTo>
                    <a:pt x="812663" y="391192"/>
                    <a:pt x="718124" y="410518"/>
                    <a:pt x="697087" y="480399"/>
                  </a:cubicBezTo>
                  <a:cubicBezTo>
                    <a:pt x="689458" y="505743"/>
                    <a:pt x="670115" y="550061"/>
                    <a:pt x="634918" y="515541"/>
                  </a:cubicBezTo>
                  <a:cubicBezTo>
                    <a:pt x="607842" y="488983"/>
                    <a:pt x="671906" y="467325"/>
                    <a:pt x="666696" y="317513"/>
                  </a:cubicBezTo>
                  <a:cubicBezTo>
                    <a:pt x="664412" y="251816"/>
                    <a:pt x="787860" y="201664"/>
                    <a:pt x="705177" y="68019"/>
                  </a:cubicBezTo>
                  <a:cubicBezTo>
                    <a:pt x="735669" y="151025"/>
                    <a:pt x="658024" y="244717"/>
                    <a:pt x="613702" y="236212"/>
                  </a:cubicBezTo>
                  <a:cubicBezTo>
                    <a:pt x="566537" y="227162"/>
                    <a:pt x="561546" y="158973"/>
                    <a:pt x="550517" y="125165"/>
                  </a:cubicBezTo>
                  <a:cubicBezTo>
                    <a:pt x="555219" y="189083"/>
                    <a:pt x="544120" y="228482"/>
                    <a:pt x="597530" y="325475"/>
                  </a:cubicBezTo>
                  <a:cubicBezTo>
                    <a:pt x="619641" y="365631"/>
                    <a:pt x="533112" y="435989"/>
                    <a:pt x="504889" y="382816"/>
                  </a:cubicBezTo>
                  <a:cubicBezTo>
                    <a:pt x="477833" y="331846"/>
                    <a:pt x="542870" y="313352"/>
                    <a:pt x="527534" y="267724"/>
                  </a:cubicBezTo>
                  <a:cubicBezTo>
                    <a:pt x="507658" y="208588"/>
                    <a:pt x="443946" y="259133"/>
                    <a:pt x="432944" y="172455"/>
                  </a:cubicBezTo>
                  <a:cubicBezTo>
                    <a:pt x="421427" y="81709"/>
                    <a:pt x="449724" y="13814"/>
                    <a:pt x="580460" y="6545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EE6E9E4-AF63-274A-5BC0-C7B6E579F680}"/>
                </a:ext>
              </a:extLst>
            </p:cNvPr>
            <p:cNvSpPr/>
            <p:nvPr/>
          </p:nvSpPr>
          <p:spPr>
            <a:xfrm>
              <a:off x="3720878" y="5133350"/>
              <a:ext cx="841010" cy="1151932"/>
            </a:xfrm>
            <a:custGeom>
              <a:avLst/>
              <a:gdLst>
                <a:gd name="connsiteX0" fmla="*/ 567178 w 841010"/>
                <a:gd name="connsiteY0" fmla="*/ 6444 h 1151932"/>
                <a:gd name="connsiteX1" fmla="*/ 366767 w 841010"/>
                <a:gd name="connsiteY1" fmla="*/ 135618 h 1151932"/>
                <a:gd name="connsiteX2" fmla="*/ 312022 w 841010"/>
                <a:gd name="connsiteY2" fmla="*/ 118787 h 1151932"/>
                <a:gd name="connsiteX3" fmla="*/ 272396 w 841010"/>
                <a:gd name="connsiteY3" fmla="*/ 9326 h 1151932"/>
                <a:gd name="connsiteX4" fmla="*/ 330828 w 841010"/>
                <a:gd name="connsiteY4" fmla="*/ 213334 h 1151932"/>
                <a:gd name="connsiteX5" fmla="*/ 337340 w 841010"/>
                <a:gd name="connsiteY5" fmla="*/ 378057 h 1151932"/>
                <a:gd name="connsiteX6" fmla="*/ 239119 w 841010"/>
                <a:gd name="connsiteY6" fmla="*/ 298760 h 1151932"/>
                <a:gd name="connsiteX7" fmla="*/ 220796 w 841010"/>
                <a:gd name="connsiteY7" fmla="*/ 130868 h 1151932"/>
                <a:gd name="connsiteX8" fmla="*/ 175858 w 841010"/>
                <a:gd name="connsiteY8" fmla="*/ 260281 h 1151932"/>
                <a:gd name="connsiteX9" fmla="*/ 201731 w 841010"/>
                <a:gd name="connsiteY9" fmla="*/ 419558 h 1151932"/>
                <a:gd name="connsiteX10" fmla="*/ 257349 w 841010"/>
                <a:gd name="connsiteY10" fmla="*/ 559410 h 1151932"/>
                <a:gd name="connsiteX11" fmla="*/ 118353 w 841010"/>
                <a:gd name="connsiteY11" fmla="*/ 500080 h 1151932"/>
                <a:gd name="connsiteX12" fmla="*/ 42398 w 841010"/>
                <a:gd name="connsiteY12" fmla="*/ 248788 h 1151932"/>
                <a:gd name="connsiteX13" fmla="*/ 52124 w 841010"/>
                <a:gd name="connsiteY13" fmla="*/ 528519 h 1151932"/>
                <a:gd name="connsiteX14" fmla="*/ 182373 w 841010"/>
                <a:gd name="connsiteY14" fmla="*/ 761565 h 1151932"/>
                <a:gd name="connsiteX15" fmla="*/ 67810 w 841010"/>
                <a:gd name="connsiteY15" fmla="*/ 763970 h 1151932"/>
                <a:gd name="connsiteX16" fmla="*/ -395 w 841010"/>
                <a:gd name="connsiteY16" fmla="*/ 596406 h 1151932"/>
                <a:gd name="connsiteX17" fmla="*/ 34143 w 841010"/>
                <a:gd name="connsiteY17" fmla="*/ 817061 h 1151932"/>
                <a:gd name="connsiteX18" fmla="*/ 136213 w 841010"/>
                <a:gd name="connsiteY18" fmla="*/ 905095 h 1151932"/>
                <a:gd name="connsiteX19" fmla="*/ 187647 w 841010"/>
                <a:gd name="connsiteY19" fmla="*/ 951494 h 1151932"/>
                <a:gd name="connsiteX20" fmla="*/ 49528 w 841010"/>
                <a:gd name="connsiteY20" fmla="*/ 902087 h 1151932"/>
                <a:gd name="connsiteX21" fmla="*/ 201872 w 841010"/>
                <a:gd name="connsiteY21" fmla="*/ 1095019 h 1151932"/>
                <a:gd name="connsiteX22" fmla="*/ 348427 w 841010"/>
                <a:gd name="connsiteY22" fmla="*/ 1150348 h 1151932"/>
                <a:gd name="connsiteX23" fmla="*/ 226264 w 841010"/>
                <a:gd name="connsiteY23" fmla="*/ 968945 h 1151932"/>
                <a:gd name="connsiteX24" fmla="*/ 232147 w 841010"/>
                <a:gd name="connsiteY24" fmla="*/ 744853 h 1151932"/>
                <a:gd name="connsiteX25" fmla="*/ 278806 w 841010"/>
                <a:gd name="connsiteY25" fmla="*/ 929473 h 1151932"/>
                <a:gd name="connsiteX26" fmla="*/ 330997 w 841010"/>
                <a:gd name="connsiteY26" fmla="*/ 940367 h 1151932"/>
                <a:gd name="connsiteX27" fmla="*/ 368553 w 841010"/>
                <a:gd name="connsiteY27" fmla="*/ 1005921 h 1151932"/>
                <a:gd name="connsiteX28" fmla="*/ 340085 w 841010"/>
                <a:gd name="connsiteY28" fmla="*/ 885486 h 1151932"/>
                <a:gd name="connsiteX29" fmla="*/ 287510 w 841010"/>
                <a:gd name="connsiteY29" fmla="*/ 705943 h 1151932"/>
                <a:gd name="connsiteX30" fmla="*/ 346442 w 841010"/>
                <a:gd name="connsiteY30" fmla="*/ 462424 h 1151932"/>
                <a:gd name="connsiteX31" fmla="*/ 326740 w 841010"/>
                <a:gd name="connsiteY31" fmla="*/ 688895 h 1151932"/>
                <a:gd name="connsiteX32" fmla="*/ 416205 w 841010"/>
                <a:gd name="connsiteY32" fmla="*/ 782995 h 1151932"/>
                <a:gd name="connsiteX33" fmla="*/ 402004 w 841010"/>
                <a:gd name="connsiteY33" fmla="*/ 596145 h 1151932"/>
                <a:gd name="connsiteX34" fmla="*/ 436547 w 841010"/>
                <a:gd name="connsiteY34" fmla="*/ 324008 h 1151932"/>
                <a:gd name="connsiteX35" fmla="*/ 480963 w 841010"/>
                <a:gd name="connsiteY35" fmla="*/ 540146 h 1151932"/>
                <a:gd name="connsiteX36" fmla="*/ 469712 w 841010"/>
                <a:gd name="connsiteY36" fmla="*/ 749390 h 1151932"/>
                <a:gd name="connsiteX37" fmla="*/ 576213 w 841010"/>
                <a:gd name="connsiteY37" fmla="*/ 626238 h 1151932"/>
                <a:gd name="connsiteX38" fmla="*/ 512154 w 841010"/>
                <a:gd name="connsiteY38" fmla="*/ 878710 h 1151932"/>
                <a:gd name="connsiteX39" fmla="*/ 677087 w 841010"/>
                <a:gd name="connsiteY39" fmla="*/ 673623 h 1151932"/>
                <a:gd name="connsiteX40" fmla="*/ 590872 w 841010"/>
                <a:gd name="connsiteY40" fmla="*/ 1015567 h 1151932"/>
                <a:gd name="connsiteX41" fmla="*/ 428693 w 841010"/>
                <a:gd name="connsiteY41" fmla="*/ 1152365 h 1151932"/>
                <a:gd name="connsiteX42" fmla="*/ 684562 w 841010"/>
                <a:gd name="connsiteY42" fmla="*/ 993622 h 1151932"/>
                <a:gd name="connsiteX43" fmla="*/ 770598 w 841010"/>
                <a:gd name="connsiteY43" fmla="*/ 912872 h 1151932"/>
                <a:gd name="connsiteX44" fmla="*/ 832360 w 841010"/>
                <a:gd name="connsiteY44" fmla="*/ 717292 h 1151932"/>
                <a:gd name="connsiteX45" fmla="*/ 691766 w 841010"/>
                <a:gd name="connsiteY45" fmla="*/ 879315 h 1151932"/>
                <a:gd name="connsiteX46" fmla="*/ 771215 w 841010"/>
                <a:gd name="connsiteY46" fmla="*/ 735574 h 1151932"/>
                <a:gd name="connsiteX47" fmla="*/ 833013 w 841010"/>
                <a:gd name="connsiteY47" fmla="*/ 417152 h 1151932"/>
                <a:gd name="connsiteX48" fmla="*/ 716772 w 841010"/>
                <a:gd name="connsiteY48" fmla="*/ 638607 h 1151932"/>
                <a:gd name="connsiteX49" fmla="*/ 724634 w 841010"/>
                <a:gd name="connsiteY49" fmla="*/ 502812 h 1151932"/>
                <a:gd name="connsiteX50" fmla="*/ 760060 w 841010"/>
                <a:gd name="connsiteY50" fmla="*/ 302242 h 1151932"/>
                <a:gd name="connsiteX51" fmla="*/ 681155 w 841010"/>
                <a:gd name="connsiteY51" fmla="*/ 472353 h 1151932"/>
                <a:gd name="connsiteX52" fmla="*/ 620408 w 841010"/>
                <a:gd name="connsiteY52" fmla="*/ 506903 h 1151932"/>
                <a:gd name="connsiteX53" fmla="*/ 651459 w 841010"/>
                <a:gd name="connsiteY53" fmla="*/ 312205 h 1151932"/>
                <a:gd name="connsiteX54" fmla="*/ 689059 w 841010"/>
                <a:gd name="connsiteY54" fmla="*/ 66908 h 1151932"/>
                <a:gd name="connsiteX55" fmla="*/ 599678 w 841010"/>
                <a:gd name="connsiteY55" fmla="*/ 232272 h 1151932"/>
                <a:gd name="connsiteX56" fmla="*/ 537940 w 841010"/>
                <a:gd name="connsiteY56" fmla="*/ 123094 h 1151932"/>
                <a:gd name="connsiteX57" fmla="*/ 583875 w 841010"/>
                <a:gd name="connsiteY57" fmla="*/ 320035 h 1151932"/>
                <a:gd name="connsiteX58" fmla="*/ 493355 w 841010"/>
                <a:gd name="connsiteY58" fmla="*/ 376411 h 1151932"/>
                <a:gd name="connsiteX59" fmla="*/ 515482 w 841010"/>
                <a:gd name="connsiteY59" fmla="*/ 263253 h 1151932"/>
                <a:gd name="connsiteX60" fmla="*/ 423059 w 841010"/>
                <a:gd name="connsiteY60" fmla="*/ 169587 h 1151932"/>
                <a:gd name="connsiteX61" fmla="*/ 567198 w 841010"/>
                <a:gd name="connsiteY61" fmla="*/ 6467 h 115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841010" h="1151932">
                  <a:moveTo>
                    <a:pt x="567178" y="6444"/>
                  </a:moveTo>
                  <a:cubicBezTo>
                    <a:pt x="443430" y="-21535"/>
                    <a:pt x="385431" y="52662"/>
                    <a:pt x="366767" y="135618"/>
                  </a:cubicBezTo>
                  <a:cubicBezTo>
                    <a:pt x="355446" y="185962"/>
                    <a:pt x="302259" y="157166"/>
                    <a:pt x="312022" y="118787"/>
                  </a:cubicBezTo>
                  <a:cubicBezTo>
                    <a:pt x="320564" y="85202"/>
                    <a:pt x="316263" y="26777"/>
                    <a:pt x="272396" y="9326"/>
                  </a:cubicBezTo>
                  <a:cubicBezTo>
                    <a:pt x="323128" y="87834"/>
                    <a:pt x="243879" y="150223"/>
                    <a:pt x="330828" y="213334"/>
                  </a:cubicBezTo>
                  <a:cubicBezTo>
                    <a:pt x="396801" y="261214"/>
                    <a:pt x="380243" y="351621"/>
                    <a:pt x="337340" y="378057"/>
                  </a:cubicBezTo>
                  <a:cubicBezTo>
                    <a:pt x="297286" y="402737"/>
                    <a:pt x="260957" y="345132"/>
                    <a:pt x="239119" y="298760"/>
                  </a:cubicBezTo>
                  <a:cubicBezTo>
                    <a:pt x="212363" y="241943"/>
                    <a:pt x="188273" y="219172"/>
                    <a:pt x="220796" y="130868"/>
                  </a:cubicBezTo>
                  <a:cubicBezTo>
                    <a:pt x="175990" y="173462"/>
                    <a:pt x="161838" y="210632"/>
                    <a:pt x="175858" y="260281"/>
                  </a:cubicBezTo>
                  <a:cubicBezTo>
                    <a:pt x="187474" y="301416"/>
                    <a:pt x="227789" y="351115"/>
                    <a:pt x="201731" y="419558"/>
                  </a:cubicBezTo>
                  <a:cubicBezTo>
                    <a:pt x="176080" y="486926"/>
                    <a:pt x="276119" y="494846"/>
                    <a:pt x="257349" y="559410"/>
                  </a:cubicBezTo>
                  <a:cubicBezTo>
                    <a:pt x="235312" y="635205"/>
                    <a:pt x="144911" y="578860"/>
                    <a:pt x="118353" y="500080"/>
                  </a:cubicBezTo>
                  <a:cubicBezTo>
                    <a:pt x="101458" y="449961"/>
                    <a:pt x="186836" y="305036"/>
                    <a:pt x="42398" y="248788"/>
                  </a:cubicBezTo>
                  <a:cubicBezTo>
                    <a:pt x="177461" y="331676"/>
                    <a:pt x="44842" y="444951"/>
                    <a:pt x="52124" y="528519"/>
                  </a:cubicBezTo>
                  <a:cubicBezTo>
                    <a:pt x="64688" y="672707"/>
                    <a:pt x="205322" y="712277"/>
                    <a:pt x="182373" y="761565"/>
                  </a:cubicBezTo>
                  <a:cubicBezTo>
                    <a:pt x="170602" y="786848"/>
                    <a:pt x="125645" y="832506"/>
                    <a:pt x="67810" y="763970"/>
                  </a:cubicBezTo>
                  <a:cubicBezTo>
                    <a:pt x="46440" y="738647"/>
                    <a:pt x="62028" y="644446"/>
                    <a:pt x="-395" y="596406"/>
                  </a:cubicBezTo>
                  <a:cubicBezTo>
                    <a:pt x="50709" y="672479"/>
                    <a:pt x="12032" y="760227"/>
                    <a:pt x="34143" y="817061"/>
                  </a:cubicBezTo>
                  <a:cubicBezTo>
                    <a:pt x="55649" y="872343"/>
                    <a:pt x="67245" y="882816"/>
                    <a:pt x="136213" y="905095"/>
                  </a:cubicBezTo>
                  <a:cubicBezTo>
                    <a:pt x="158562" y="912315"/>
                    <a:pt x="185297" y="918346"/>
                    <a:pt x="187647" y="951494"/>
                  </a:cubicBezTo>
                  <a:cubicBezTo>
                    <a:pt x="192053" y="1013626"/>
                    <a:pt x="53567" y="999786"/>
                    <a:pt x="49528" y="902087"/>
                  </a:cubicBezTo>
                  <a:cubicBezTo>
                    <a:pt x="25562" y="1050812"/>
                    <a:pt x="150832" y="1006669"/>
                    <a:pt x="201872" y="1095019"/>
                  </a:cubicBezTo>
                  <a:cubicBezTo>
                    <a:pt x="219208" y="1125027"/>
                    <a:pt x="282958" y="1142750"/>
                    <a:pt x="348427" y="1150348"/>
                  </a:cubicBezTo>
                  <a:cubicBezTo>
                    <a:pt x="260852" y="1107014"/>
                    <a:pt x="232779" y="1051480"/>
                    <a:pt x="226264" y="968945"/>
                  </a:cubicBezTo>
                  <a:cubicBezTo>
                    <a:pt x="221348" y="906674"/>
                    <a:pt x="270403" y="876109"/>
                    <a:pt x="232147" y="744853"/>
                  </a:cubicBezTo>
                  <a:cubicBezTo>
                    <a:pt x="286561" y="834044"/>
                    <a:pt x="260584" y="876686"/>
                    <a:pt x="278806" y="929473"/>
                  </a:cubicBezTo>
                  <a:cubicBezTo>
                    <a:pt x="307393" y="1012279"/>
                    <a:pt x="330997" y="940367"/>
                    <a:pt x="330997" y="940367"/>
                  </a:cubicBezTo>
                  <a:cubicBezTo>
                    <a:pt x="330997" y="940367"/>
                    <a:pt x="339164" y="1024509"/>
                    <a:pt x="368553" y="1005921"/>
                  </a:cubicBezTo>
                  <a:cubicBezTo>
                    <a:pt x="410858" y="979165"/>
                    <a:pt x="347845" y="912428"/>
                    <a:pt x="340085" y="885486"/>
                  </a:cubicBezTo>
                  <a:cubicBezTo>
                    <a:pt x="324302" y="830681"/>
                    <a:pt x="311438" y="808568"/>
                    <a:pt x="287510" y="705943"/>
                  </a:cubicBezTo>
                  <a:cubicBezTo>
                    <a:pt x="267489" y="620071"/>
                    <a:pt x="369145" y="521848"/>
                    <a:pt x="346442" y="462424"/>
                  </a:cubicBezTo>
                  <a:cubicBezTo>
                    <a:pt x="403809" y="516032"/>
                    <a:pt x="311962" y="613653"/>
                    <a:pt x="326740" y="688895"/>
                  </a:cubicBezTo>
                  <a:cubicBezTo>
                    <a:pt x="342890" y="771126"/>
                    <a:pt x="376099" y="823511"/>
                    <a:pt x="416205" y="782995"/>
                  </a:cubicBezTo>
                  <a:cubicBezTo>
                    <a:pt x="443357" y="755567"/>
                    <a:pt x="358680" y="688298"/>
                    <a:pt x="402004" y="596145"/>
                  </a:cubicBezTo>
                  <a:cubicBezTo>
                    <a:pt x="446159" y="502225"/>
                    <a:pt x="404315" y="364238"/>
                    <a:pt x="436547" y="324008"/>
                  </a:cubicBezTo>
                  <a:cubicBezTo>
                    <a:pt x="418138" y="427590"/>
                    <a:pt x="449681" y="473680"/>
                    <a:pt x="480963" y="540146"/>
                  </a:cubicBezTo>
                  <a:cubicBezTo>
                    <a:pt x="509710" y="601219"/>
                    <a:pt x="432232" y="718939"/>
                    <a:pt x="469712" y="749390"/>
                  </a:cubicBezTo>
                  <a:cubicBezTo>
                    <a:pt x="507192" y="779843"/>
                    <a:pt x="562183" y="712168"/>
                    <a:pt x="576213" y="626238"/>
                  </a:cubicBezTo>
                  <a:cubicBezTo>
                    <a:pt x="578349" y="741588"/>
                    <a:pt x="472038" y="847253"/>
                    <a:pt x="512154" y="878710"/>
                  </a:cubicBezTo>
                  <a:cubicBezTo>
                    <a:pt x="590334" y="939988"/>
                    <a:pt x="587101" y="736650"/>
                    <a:pt x="677087" y="673623"/>
                  </a:cubicBezTo>
                  <a:cubicBezTo>
                    <a:pt x="585376" y="791906"/>
                    <a:pt x="654344" y="892120"/>
                    <a:pt x="590872" y="1015567"/>
                  </a:cubicBezTo>
                  <a:cubicBezTo>
                    <a:pt x="557796" y="1079919"/>
                    <a:pt x="468903" y="1129822"/>
                    <a:pt x="428693" y="1152365"/>
                  </a:cubicBezTo>
                  <a:cubicBezTo>
                    <a:pt x="643353" y="1150072"/>
                    <a:pt x="626053" y="1131151"/>
                    <a:pt x="684562" y="993622"/>
                  </a:cubicBezTo>
                  <a:cubicBezTo>
                    <a:pt x="699001" y="959675"/>
                    <a:pt x="741304" y="944011"/>
                    <a:pt x="770598" y="912872"/>
                  </a:cubicBezTo>
                  <a:cubicBezTo>
                    <a:pt x="812720" y="868097"/>
                    <a:pt x="786976" y="806921"/>
                    <a:pt x="832360" y="717292"/>
                  </a:cubicBezTo>
                  <a:cubicBezTo>
                    <a:pt x="757208" y="789212"/>
                    <a:pt x="748490" y="922859"/>
                    <a:pt x="691766" y="879315"/>
                  </a:cubicBezTo>
                  <a:cubicBezTo>
                    <a:pt x="674411" y="865994"/>
                    <a:pt x="731847" y="815377"/>
                    <a:pt x="771215" y="735574"/>
                  </a:cubicBezTo>
                  <a:cubicBezTo>
                    <a:pt x="821288" y="634076"/>
                    <a:pt x="856891" y="493975"/>
                    <a:pt x="833013" y="417152"/>
                  </a:cubicBezTo>
                  <a:cubicBezTo>
                    <a:pt x="833338" y="545570"/>
                    <a:pt x="742015" y="655414"/>
                    <a:pt x="716772" y="638607"/>
                  </a:cubicBezTo>
                  <a:cubicBezTo>
                    <a:pt x="676026" y="611473"/>
                    <a:pt x="716988" y="565258"/>
                    <a:pt x="724634" y="502812"/>
                  </a:cubicBezTo>
                  <a:cubicBezTo>
                    <a:pt x="730383" y="455859"/>
                    <a:pt x="830543" y="372426"/>
                    <a:pt x="760060" y="302242"/>
                  </a:cubicBezTo>
                  <a:cubicBezTo>
                    <a:pt x="794087" y="384646"/>
                    <a:pt x="701709" y="403646"/>
                    <a:pt x="681155" y="472353"/>
                  </a:cubicBezTo>
                  <a:cubicBezTo>
                    <a:pt x="673701" y="497268"/>
                    <a:pt x="654800" y="540844"/>
                    <a:pt x="620408" y="506903"/>
                  </a:cubicBezTo>
                  <a:cubicBezTo>
                    <a:pt x="593952" y="480793"/>
                    <a:pt x="656549" y="459499"/>
                    <a:pt x="651459" y="312205"/>
                  </a:cubicBezTo>
                  <a:cubicBezTo>
                    <a:pt x="649227" y="247613"/>
                    <a:pt x="769849" y="198304"/>
                    <a:pt x="689059" y="66908"/>
                  </a:cubicBezTo>
                  <a:cubicBezTo>
                    <a:pt x="718853" y="148517"/>
                    <a:pt x="642985" y="240634"/>
                    <a:pt x="599678" y="232272"/>
                  </a:cubicBezTo>
                  <a:cubicBezTo>
                    <a:pt x="553592" y="223374"/>
                    <a:pt x="548718" y="156333"/>
                    <a:pt x="537940" y="123094"/>
                  </a:cubicBezTo>
                  <a:cubicBezTo>
                    <a:pt x="542534" y="185937"/>
                    <a:pt x="531689" y="224674"/>
                    <a:pt x="583875" y="320035"/>
                  </a:cubicBezTo>
                  <a:cubicBezTo>
                    <a:pt x="605481" y="359515"/>
                    <a:pt x="520932" y="428690"/>
                    <a:pt x="493355" y="376411"/>
                  </a:cubicBezTo>
                  <a:cubicBezTo>
                    <a:pt x="466919" y="326298"/>
                    <a:pt x="530467" y="308114"/>
                    <a:pt x="515482" y="263253"/>
                  </a:cubicBezTo>
                  <a:cubicBezTo>
                    <a:pt x="496062" y="205113"/>
                    <a:pt x="433809" y="254806"/>
                    <a:pt x="423059" y="169587"/>
                  </a:cubicBezTo>
                  <a:cubicBezTo>
                    <a:pt x="411805" y="80368"/>
                    <a:pt x="439455" y="13614"/>
                    <a:pt x="567198" y="6467"/>
                  </a:cubicBezTo>
                  <a:close/>
                </a:path>
              </a:pathLst>
            </a:custGeom>
            <a:solidFill>
              <a:srgbClr val="FF00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AB2426E-A10B-48CC-BB1E-3BA6290B691E}"/>
                </a:ext>
              </a:extLst>
            </p:cNvPr>
            <p:cNvSpPr/>
            <p:nvPr/>
          </p:nvSpPr>
          <p:spPr>
            <a:xfrm>
              <a:off x="3929404" y="5400208"/>
              <a:ext cx="511615" cy="906742"/>
            </a:xfrm>
            <a:custGeom>
              <a:avLst/>
              <a:gdLst>
                <a:gd name="connsiteX0" fmla="*/ 238841 w 511615"/>
                <a:gd name="connsiteY0" fmla="*/ -9 h 906742"/>
                <a:gd name="connsiteX1" fmla="*/ 199681 w 511615"/>
                <a:gd name="connsiteY1" fmla="*/ 298204 h 906742"/>
                <a:gd name="connsiteX2" fmla="*/ 215756 w 511615"/>
                <a:gd name="connsiteY2" fmla="*/ 502985 h 906742"/>
                <a:gd name="connsiteX3" fmla="*/ 114348 w 511615"/>
                <a:gd name="connsiteY3" fmla="*/ 399841 h 906742"/>
                <a:gd name="connsiteX4" fmla="*/ 136655 w 511615"/>
                <a:gd name="connsiteY4" fmla="*/ 151673 h 906742"/>
                <a:gd name="connsiteX5" fmla="*/ 69875 w 511615"/>
                <a:gd name="connsiteY5" fmla="*/ 418523 h 906742"/>
                <a:gd name="connsiteX6" fmla="*/ 129501 w 511615"/>
                <a:gd name="connsiteY6" fmla="*/ 615296 h 906742"/>
                <a:gd name="connsiteX7" fmla="*/ 161722 w 511615"/>
                <a:gd name="connsiteY7" fmla="*/ 747322 h 906742"/>
                <a:gd name="connsiteX8" fmla="*/ 119163 w 511615"/>
                <a:gd name="connsiteY8" fmla="*/ 675458 h 906742"/>
                <a:gd name="connsiteX9" fmla="*/ 59961 w 511615"/>
                <a:gd name="connsiteY9" fmla="*/ 663480 h 906742"/>
                <a:gd name="connsiteX10" fmla="*/ 7060 w 511615"/>
                <a:gd name="connsiteY10" fmla="*/ 461164 h 906742"/>
                <a:gd name="connsiteX11" fmla="*/ 404 w 511615"/>
                <a:gd name="connsiteY11" fmla="*/ 706813 h 906742"/>
                <a:gd name="connsiteX12" fmla="*/ 97633 w 511615"/>
                <a:gd name="connsiteY12" fmla="*/ 882573 h 906742"/>
                <a:gd name="connsiteX13" fmla="*/ 135521 w 511615"/>
                <a:gd name="connsiteY13" fmla="*/ 900916 h 906742"/>
                <a:gd name="connsiteX14" fmla="*/ 231830 w 511615"/>
                <a:gd name="connsiteY14" fmla="*/ 906734 h 906742"/>
                <a:gd name="connsiteX15" fmla="*/ 413826 w 511615"/>
                <a:gd name="connsiteY15" fmla="*/ 757870 h 906742"/>
                <a:gd name="connsiteX16" fmla="*/ 511622 w 511615"/>
                <a:gd name="connsiteY16" fmla="*/ 383155 h 906742"/>
                <a:gd name="connsiteX17" fmla="*/ 324598 w 511615"/>
                <a:gd name="connsiteY17" fmla="*/ 607910 h 906742"/>
                <a:gd name="connsiteX18" fmla="*/ 397184 w 511615"/>
                <a:gd name="connsiteY18" fmla="*/ 331204 h 906742"/>
                <a:gd name="connsiteX19" fmla="*/ 276443 w 511615"/>
                <a:gd name="connsiteY19" fmla="*/ 466173 h 906742"/>
                <a:gd name="connsiteX20" fmla="*/ 289190 w 511615"/>
                <a:gd name="connsiteY20" fmla="*/ 236885 h 906742"/>
                <a:gd name="connsiteX21" fmla="*/ 238839 w 511615"/>
                <a:gd name="connsiteY21" fmla="*/ -3 h 90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1615" h="906742">
                  <a:moveTo>
                    <a:pt x="238841" y="-9"/>
                  </a:moveTo>
                  <a:cubicBezTo>
                    <a:pt x="202294" y="44073"/>
                    <a:pt x="249747" y="195271"/>
                    <a:pt x="199681" y="298204"/>
                  </a:cubicBezTo>
                  <a:cubicBezTo>
                    <a:pt x="150556" y="399195"/>
                    <a:pt x="246542" y="472927"/>
                    <a:pt x="215756" y="502985"/>
                  </a:cubicBezTo>
                  <a:cubicBezTo>
                    <a:pt x="170280" y="547386"/>
                    <a:pt x="132660" y="489959"/>
                    <a:pt x="114348" y="399841"/>
                  </a:cubicBezTo>
                  <a:cubicBezTo>
                    <a:pt x="97590" y="317377"/>
                    <a:pt x="201704" y="210418"/>
                    <a:pt x="136655" y="151673"/>
                  </a:cubicBezTo>
                  <a:cubicBezTo>
                    <a:pt x="162398" y="216798"/>
                    <a:pt x="47173" y="324425"/>
                    <a:pt x="69875" y="418523"/>
                  </a:cubicBezTo>
                  <a:cubicBezTo>
                    <a:pt x="97007" y="530992"/>
                    <a:pt x="111605" y="555235"/>
                    <a:pt x="129501" y="615296"/>
                  </a:cubicBezTo>
                  <a:cubicBezTo>
                    <a:pt x="138298" y="644822"/>
                    <a:pt x="209689" y="718002"/>
                    <a:pt x="161722" y="747322"/>
                  </a:cubicBezTo>
                  <a:cubicBezTo>
                    <a:pt x="128397" y="767692"/>
                    <a:pt x="119163" y="675458"/>
                    <a:pt x="119163" y="675458"/>
                  </a:cubicBezTo>
                  <a:cubicBezTo>
                    <a:pt x="119163" y="675458"/>
                    <a:pt x="92375" y="754227"/>
                    <a:pt x="59961" y="663480"/>
                  </a:cubicBezTo>
                  <a:cubicBezTo>
                    <a:pt x="39298" y="605634"/>
                    <a:pt x="68761" y="558909"/>
                    <a:pt x="7060" y="461164"/>
                  </a:cubicBezTo>
                  <a:cubicBezTo>
                    <a:pt x="50438" y="605009"/>
                    <a:pt x="-5170" y="638561"/>
                    <a:pt x="404" y="706813"/>
                  </a:cubicBezTo>
                  <a:cubicBezTo>
                    <a:pt x="6652" y="783306"/>
                    <a:pt x="30396" y="838595"/>
                    <a:pt x="97633" y="882573"/>
                  </a:cubicBezTo>
                  <a:lnTo>
                    <a:pt x="135521" y="900916"/>
                  </a:lnTo>
                  <a:lnTo>
                    <a:pt x="231830" y="906734"/>
                  </a:lnTo>
                  <a:cubicBezTo>
                    <a:pt x="278172" y="881617"/>
                    <a:pt x="376777" y="827517"/>
                    <a:pt x="413826" y="757870"/>
                  </a:cubicBezTo>
                  <a:cubicBezTo>
                    <a:pt x="485800" y="622577"/>
                    <a:pt x="407604" y="512769"/>
                    <a:pt x="511622" y="383155"/>
                  </a:cubicBezTo>
                  <a:cubicBezTo>
                    <a:pt x="409584" y="452235"/>
                    <a:pt x="413244" y="675082"/>
                    <a:pt x="324598" y="607910"/>
                  </a:cubicBezTo>
                  <a:cubicBezTo>
                    <a:pt x="279110" y="573450"/>
                    <a:pt x="399606" y="457610"/>
                    <a:pt x="397184" y="331204"/>
                  </a:cubicBezTo>
                  <a:cubicBezTo>
                    <a:pt x="381276" y="425375"/>
                    <a:pt x="318942" y="499547"/>
                    <a:pt x="276443" y="466173"/>
                  </a:cubicBezTo>
                  <a:cubicBezTo>
                    <a:pt x="233944" y="432800"/>
                    <a:pt x="321786" y="303818"/>
                    <a:pt x="289190" y="236885"/>
                  </a:cubicBezTo>
                  <a:cubicBezTo>
                    <a:pt x="253719" y="164055"/>
                    <a:pt x="217966" y="113522"/>
                    <a:pt x="238839" y="-3"/>
                  </a:cubicBezTo>
                  <a:close/>
                </a:path>
              </a:pathLst>
            </a:custGeom>
            <a:solidFill>
              <a:srgbClr val="000000">
                <a:alpha val="22000"/>
              </a:srgbClr>
            </a:solidFill>
            <a:ln w="2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07E8DD2-26D9-2F32-270D-7E3567C2ABC4}"/>
                </a:ext>
              </a:extLst>
            </p:cNvPr>
            <p:cNvSpPr/>
            <p:nvPr/>
          </p:nvSpPr>
          <p:spPr>
            <a:xfrm>
              <a:off x="3947179" y="5456945"/>
              <a:ext cx="451200" cy="827408"/>
            </a:xfrm>
            <a:custGeom>
              <a:avLst/>
              <a:gdLst>
                <a:gd name="connsiteX0" fmla="*/ 210630 w 451200"/>
                <a:gd name="connsiteY0" fmla="*/ 0 h 827408"/>
                <a:gd name="connsiteX1" fmla="*/ 176093 w 451200"/>
                <a:gd name="connsiteY1" fmla="*/ 272117 h 827408"/>
                <a:gd name="connsiteX2" fmla="*/ 190270 w 451200"/>
                <a:gd name="connsiteY2" fmla="*/ 458977 h 827408"/>
                <a:gd name="connsiteX3" fmla="*/ 100837 w 451200"/>
                <a:gd name="connsiteY3" fmla="*/ 364860 h 827408"/>
                <a:gd name="connsiteX4" fmla="*/ 120510 w 451200"/>
                <a:gd name="connsiteY4" fmla="*/ 138409 h 827408"/>
                <a:gd name="connsiteX5" fmla="*/ 53398 w 451200"/>
                <a:gd name="connsiteY5" fmla="*/ 378150 h 827408"/>
                <a:gd name="connsiteX6" fmla="*/ 106209 w 451200"/>
                <a:gd name="connsiteY6" fmla="*/ 553481 h 827408"/>
                <a:gd name="connsiteX7" fmla="*/ 138622 w 451200"/>
                <a:gd name="connsiteY7" fmla="*/ 673953 h 827408"/>
                <a:gd name="connsiteX8" fmla="*/ 105085 w 451200"/>
                <a:gd name="connsiteY8" fmla="*/ 616372 h 827408"/>
                <a:gd name="connsiteX9" fmla="*/ 52874 w 451200"/>
                <a:gd name="connsiteY9" fmla="*/ 605442 h 827408"/>
                <a:gd name="connsiteX10" fmla="*/ 6221 w 451200"/>
                <a:gd name="connsiteY10" fmla="*/ 420830 h 827408"/>
                <a:gd name="connsiteX11" fmla="*/ 351 w 451200"/>
                <a:gd name="connsiteY11" fmla="*/ 644983 h 827408"/>
                <a:gd name="connsiteX12" fmla="*/ 86099 w 451200"/>
                <a:gd name="connsiteY12" fmla="*/ 805363 h 827408"/>
                <a:gd name="connsiteX13" fmla="*/ 119512 w 451200"/>
                <a:gd name="connsiteY13" fmla="*/ 822100 h 827408"/>
                <a:gd name="connsiteX14" fmla="*/ 204448 w 451200"/>
                <a:gd name="connsiteY14" fmla="*/ 827409 h 827408"/>
                <a:gd name="connsiteX15" fmla="*/ 364953 w 451200"/>
                <a:gd name="connsiteY15" fmla="*/ 691572 h 827408"/>
                <a:gd name="connsiteX16" fmla="*/ 451200 w 451200"/>
                <a:gd name="connsiteY16" fmla="*/ 349648 h 827408"/>
                <a:gd name="connsiteX17" fmla="*/ 286261 w 451200"/>
                <a:gd name="connsiteY17" fmla="*/ 554735 h 827408"/>
                <a:gd name="connsiteX18" fmla="*/ 350276 w 451200"/>
                <a:gd name="connsiteY18" fmla="*/ 302243 h 827408"/>
                <a:gd name="connsiteX19" fmla="*/ 243793 w 451200"/>
                <a:gd name="connsiteY19" fmla="*/ 425401 h 827408"/>
                <a:gd name="connsiteX20" fmla="*/ 255035 w 451200"/>
                <a:gd name="connsiteY20" fmla="*/ 216177 h 827408"/>
                <a:gd name="connsiteX21" fmla="*/ 210630 w 451200"/>
                <a:gd name="connsiteY21" fmla="*/ 19 h 82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1200" h="827408">
                  <a:moveTo>
                    <a:pt x="210630" y="0"/>
                  </a:moveTo>
                  <a:cubicBezTo>
                    <a:pt x="178398" y="40224"/>
                    <a:pt x="220247" y="178191"/>
                    <a:pt x="176093" y="272117"/>
                  </a:cubicBezTo>
                  <a:cubicBezTo>
                    <a:pt x="132770" y="364270"/>
                    <a:pt x="217420" y="431550"/>
                    <a:pt x="190270" y="458977"/>
                  </a:cubicBezTo>
                  <a:cubicBezTo>
                    <a:pt x="150164" y="499493"/>
                    <a:pt x="116987" y="447091"/>
                    <a:pt x="100837" y="364860"/>
                  </a:cubicBezTo>
                  <a:cubicBezTo>
                    <a:pt x="86058" y="289612"/>
                    <a:pt x="177878" y="192013"/>
                    <a:pt x="120510" y="138409"/>
                  </a:cubicBezTo>
                  <a:cubicBezTo>
                    <a:pt x="140399" y="203462"/>
                    <a:pt x="52059" y="285559"/>
                    <a:pt x="53398" y="378150"/>
                  </a:cubicBezTo>
                  <a:cubicBezTo>
                    <a:pt x="54593" y="460882"/>
                    <a:pt x="76353" y="497269"/>
                    <a:pt x="106209" y="553481"/>
                  </a:cubicBezTo>
                  <a:cubicBezTo>
                    <a:pt x="119360" y="578242"/>
                    <a:pt x="180925" y="647199"/>
                    <a:pt x="138622" y="673953"/>
                  </a:cubicBezTo>
                  <a:cubicBezTo>
                    <a:pt x="109232" y="692540"/>
                    <a:pt x="105085" y="616372"/>
                    <a:pt x="105085" y="616372"/>
                  </a:cubicBezTo>
                  <a:cubicBezTo>
                    <a:pt x="105085" y="616372"/>
                    <a:pt x="81461" y="688248"/>
                    <a:pt x="52874" y="605442"/>
                  </a:cubicBezTo>
                  <a:cubicBezTo>
                    <a:pt x="34652" y="552658"/>
                    <a:pt x="60635" y="510022"/>
                    <a:pt x="6221" y="420830"/>
                  </a:cubicBezTo>
                  <a:cubicBezTo>
                    <a:pt x="44477" y="552088"/>
                    <a:pt x="-4565" y="582703"/>
                    <a:pt x="351" y="644983"/>
                  </a:cubicBezTo>
                  <a:cubicBezTo>
                    <a:pt x="5861" y="714783"/>
                    <a:pt x="26801" y="765233"/>
                    <a:pt x="86099" y="805363"/>
                  </a:cubicBezTo>
                  <a:lnTo>
                    <a:pt x="119512" y="822100"/>
                  </a:lnTo>
                  <a:lnTo>
                    <a:pt x="204448" y="827409"/>
                  </a:lnTo>
                  <a:cubicBezTo>
                    <a:pt x="245318" y="804490"/>
                    <a:pt x="332279" y="755125"/>
                    <a:pt x="364953" y="691572"/>
                  </a:cubicBezTo>
                  <a:cubicBezTo>
                    <a:pt x="428427" y="568119"/>
                    <a:pt x="359466" y="467919"/>
                    <a:pt x="451200" y="349648"/>
                  </a:cubicBezTo>
                  <a:cubicBezTo>
                    <a:pt x="361211" y="412683"/>
                    <a:pt x="364439" y="616029"/>
                    <a:pt x="286261" y="554735"/>
                  </a:cubicBezTo>
                  <a:cubicBezTo>
                    <a:pt x="246145" y="523290"/>
                    <a:pt x="352412" y="417587"/>
                    <a:pt x="350276" y="302243"/>
                  </a:cubicBezTo>
                  <a:cubicBezTo>
                    <a:pt x="336247" y="388173"/>
                    <a:pt x="281273" y="455854"/>
                    <a:pt x="243793" y="425401"/>
                  </a:cubicBezTo>
                  <a:cubicBezTo>
                    <a:pt x="206313" y="394948"/>
                    <a:pt x="283781" y="277254"/>
                    <a:pt x="255035" y="216177"/>
                  </a:cubicBezTo>
                  <a:cubicBezTo>
                    <a:pt x="223752" y="149721"/>
                    <a:pt x="192221" y="103609"/>
                    <a:pt x="210630" y="19"/>
                  </a:cubicBezTo>
                  <a:close/>
                </a:path>
              </a:pathLst>
            </a:custGeom>
            <a:solidFill>
              <a:srgbClr val="FF7D00"/>
            </a:solidFill>
            <a:ln w="19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B7A037C-86F8-FB55-3DEA-987BB69C0C50}"/>
              </a:ext>
            </a:extLst>
          </p:cNvPr>
          <p:cNvSpPr/>
          <p:nvPr/>
        </p:nvSpPr>
        <p:spPr>
          <a:xfrm rot="5400000">
            <a:off x="3425344" y="3444586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9044E-AF1C-5684-ECEA-0F62F965219C}"/>
              </a:ext>
            </a:extLst>
          </p:cNvPr>
          <p:cNvSpPr/>
          <p:nvPr/>
        </p:nvSpPr>
        <p:spPr>
          <a:xfrm rot="5400000">
            <a:off x="3812169" y="2869821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21C95-88F0-A9F5-1CE2-510FDB07BFE0}"/>
              </a:ext>
            </a:extLst>
          </p:cNvPr>
          <p:cNvSpPr txBox="1"/>
          <p:nvPr/>
        </p:nvSpPr>
        <p:spPr>
          <a:xfrm>
            <a:off x="4097279" y="3587924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2A93AF5C-433F-0BEE-A412-8C72252038FF}"/>
              </a:ext>
            </a:extLst>
          </p:cNvPr>
          <p:cNvSpPr/>
          <p:nvPr/>
        </p:nvSpPr>
        <p:spPr>
          <a:xfrm rot="5400000">
            <a:off x="6175971" y="3556579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384C9B-85A6-E6F0-99ED-A99AF4FF5844}"/>
              </a:ext>
            </a:extLst>
          </p:cNvPr>
          <p:cNvSpPr/>
          <p:nvPr/>
        </p:nvSpPr>
        <p:spPr>
          <a:xfrm>
            <a:off x="7268961" y="3204886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BDCF58F9-3B24-ABB9-AC4C-1665726D78CB}"/>
              </a:ext>
            </a:extLst>
          </p:cNvPr>
          <p:cNvSpPr/>
          <p:nvPr/>
        </p:nvSpPr>
        <p:spPr>
          <a:xfrm rot="5400000">
            <a:off x="7697066" y="3556579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C77925-B48A-B399-1873-B5E91F59B77C}"/>
              </a:ext>
            </a:extLst>
          </p:cNvPr>
          <p:cNvSpPr txBox="1"/>
          <p:nvPr/>
        </p:nvSpPr>
        <p:spPr>
          <a:xfrm>
            <a:off x="7199451" y="3695650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1CC3B767-AE4A-98FA-B48B-BBB2B628CC65}"/>
              </a:ext>
            </a:extLst>
          </p:cNvPr>
          <p:cNvSpPr/>
          <p:nvPr/>
        </p:nvSpPr>
        <p:spPr>
          <a:xfrm rot="5400000">
            <a:off x="8728136" y="3556579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8CD22527-43E3-2D9A-3890-90E2C520D773}"/>
              </a:ext>
            </a:extLst>
          </p:cNvPr>
          <p:cNvSpPr/>
          <p:nvPr/>
        </p:nvSpPr>
        <p:spPr>
          <a:xfrm>
            <a:off x="3620425" y="2580160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56AEB16-D5D4-0437-E7AA-161AE3B0FB35}"/>
              </a:ext>
            </a:extLst>
          </p:cNvPr>
          <p:cNvSpPr/>
          <p:nvPr/>
        </p:nvSpPr>
        <p:spPr>
          <a:xfrm rot="10800000">
            <a:off x="3620425" y="4652183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0AF7D8-26D5-CD28-E4DA-65F1B2D933BE}"/>
              </a:ext>
            </a:extLst>
          </p:cNvPr>
          <p:cNvCxnSpPr>
            <a:cxnSpLocks/>
          </p:cNvCxnSpPr>
          <p:nvPr/>
        </p:nvCxnSpPr>
        <p:spPr>
          <a:xfrm>
            <a:off x="3620425" y="3849534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EDED0BB-5C28-9352-687F-2E9918061ABB}"/>
              </a:ext>
            </a:extLst>
          </p:cNvPr>
          <p:cNvSpPr/>
          <p:nvPr/>
        </p:nvSpPr>
        <p:spPr>
          <a:xfrm>
            <a:off x="5484559" y="374210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8C91DBE-B1F2-7EE2-4FBF-73F9FB34E677}"/>
              </a:ext>
            </a:extLst>
          </p:cNvPr>
          <p:cNvSpPr/>
          <p:nvPr/>
        </p:nvSpPr>
        <p:spPr>
          <a:xfrm>
            <a:off x="6584022" y="374210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2DA430-6968-7441-3DD8-8476400A127B}"/>
              </a:ext>
            </a:extLst>
          </p:cNvPr>
          <p:cNvCxnSpPr>
            <a:cxnSpLocks/>
          </p:cNvCxnSpPr>
          <p:nvPr/>
        </p:nvCxnSpPr>
        <p:spPr>
          <a:xfrm>
            <a:off x="5667439" y="3835567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F9C33BF-6279-A143-A566-247932867131}"/>
              </a:ext>
            </a:extLst>
          </p:cNvPr>
          <p:cNvCxnSpPr>
            <a:cxnSpLocks/>
          </p:cNvCxnSpPr>
          <p:nvPr/>
        </p:nvCxnSpPr>
        <p:spPr>
          <a:xfrm flipH="1">
            <a:off x="6207332" y="3835567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6F8A8CA-CDF7-0EC0-1B33-68FF153DF317}"/>
              </a:ext>
            </a:extLst>
          </p:cNvPr>
          <p:cNvCxnSpPr>
            <a:cxnSpLocks/>
          </p:cNvCxnSpPr>
          <p:nvPr/>
        </p:nvCxnSpPr>
        <p:spPr>
          <a:xfrm>
            <a:off x="6033199" y="369840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A71D22-4246-9391-84F2-2DD347A0DE63}"/>
              </a:ext>
            </a:extLst>
          </p:cNvPr>
          <p:cNvCxnSpPr>
            <a:cxnSpLocks/>
          </p:cNvCxnSpPr>
          <p:nvPr/>
        </p:nvCxnSpPr>
        <p:spPr>
          <a:xfrm>
            <a:off x="6201930" y="369840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78DF924B-6BDD-A83E-42D0-6ACA991BCB9D}"/>
              </a:ext>
            </a:extLst>
          </p:cNvPr>
          <p:cNvSpPr/>
          <p:nvPr/>
        </p:nvSpPr>
        <p:spPr>
          <a:xfrm rot="5400000">
            <a:off x="6060374" y="3496153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FB729B3B-71B8-3A13-3981-667370926766}"/>
              </a:ext>
            </a:extLst>
          </p:cNvPr>
          <p:cNvSpPr/>
          <p:nvPr/>
        </p:nvSpPr>
        <p:spPr>
          <a:xfrm rot="16200000">
            <a:off x="6065815" y="3785264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5290E6-C242-7429-41CA-04CD54B8A447}"/>
              </a:ext>
            </a:extLst>
          </p:cNvPr>
          <p:cNvSpPr txBox="1"/>
          <p:nvPr/>
        </p:nvSpPr>
        <p:spPr>
          <a:xfrm>
            <a:off x="7199451" y="3698513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A22212-3AC8-E51B-A585-4C878A94705F}"/>
              </a:ext>
            </a:extLst>
          </p:cNvPr>
          <p:cNvSpPr/>
          <p:nvPr/>
        </p:nvSpPr>
        <p:spPr>
          <a:xfrm>
            <a:off x="2348919" y="2084665"/>
            <a:ext cx="3251732" cy="3150066"/>
          </a:xfrm>
          <a:custGeom>
            <a:avLst/>
            <a:gdLst>
              <a:gd name="connsiteX0" fmla="*/ 0 w 3251732"/>
              <a:gd name="connsiteY0" fmla="*/ 365628 h 3150066"/>
              <a:gd name="connsiteX1" fmla="*/ 365628 w 3251732"/>
              <a:gd name="connsiteY1" fmla="*/ 0 h 3150066"/>
              <a:gd name="connsiteX2" fmla="*/ 970542 w 3251732"/>
              <a:gd name="connsiteY2" fmla="*/ 0 h 3150066"/>
              <a:gd name="connsiteX3" fmla="*/ 1600661 w 3251732"/>
              <a:gd name="connsiteY3" fmla="*/ 0 h 3150066"/>
              <a:gd name="connsiteX4" fmla="*/ 2155166 w 3251732"/>
              <a:gd name="connsiteY4" fmla="*/ 0 h 3150066"/>
              <a:gd name="connsiteX5" fmla="*/ 2886104 w 3251732"/>
              <a:gd name="connsiteY5" fmla="*/ 0 h 3150066"/>
              <a:gd name="connsiteX6" fmla="*/ 3251732 w 3251732"/>
              <a:gd name="connsiteY6" fmla="*/ 365628 h 3150066"/>
              <a:gd name="connsiteX7" fmla="*/ 3251732 w 3251732"/>
              <a:gd name="connsiteY7" fmla="*/ 921954 h 3150066"/>
              <a:gd name="connsiteX8" fmla="*/ 3251732 w 3251732"/>
              <a:gd name="connsiteY8" fmla="*/ 1502469 h 3150066"/>
              <a:gd name="connsiteX9" fmla="*/ 3251732 w 3251732"/>
              <a:gd name="connsiteY9" fmla="*/ 2034607 h 3150066"/>
              <a:gd name="connsiteX10" fmla="*/ 3251732 w 3251732"/>
              <a:gd name="connsiteY10" fmla="*/ 2784438 h 3150066"/>
              <a:gd name="connsiteX11" fmla="*/ 2886104 w 3251732"/>
              <a:gd name="connsiteY11" fmla="*/ 3150066 h 3150066"/>
              <a:gd name="connsiteX12" fmla="*/ 2281190 w 3251732"/>
              <a:gd name="connsiteY12" fmla="*/ 3150066 h 3150066"/>
              <a:gd name="connsiteX13" fmla="*/ 1701480 w 3251732"/>
              <a:gd name="connsiteY13" fmla="*/ 3150066 h 3150066"/>
              <a:gd name="connsiteX14" fmla="*/ 1071361 w 3251732"/>
              <a:gd name="connsiteY14" fmla="*/ 3150066 h 3150066"/>
              <a:gd name="connsiteX15" fmla="*/ 365628 w 3251732"/>
              <a:gd name="connsiteY15" fmla="*/ 3150066 h 3150066"/>
              <a:gd name="connsiteX16" fmla="*/ 0 w 3251732"/>
              <a:gd name="connsiteY16" fmla="*/ 2784438 h 3150066"/>
              <a:gd name="connsiteX17" fmla="*/ 0 w 3251732"/>
              <a:gd name="connsiteY17" fmla="*/ 2131359 h 3150066"/>
              <a:gd name="connsiteX18" fmla="*/ 0 w 3251732"/>
              <a:gd name="connsiteY18" fmla="*/ 1550845 h 3150066"/>
              <a:gd name="connsiteX19" fmla="*/ 0 w 3251732"/>
              <a:gd name="connsiteY19" fmla="*/ 921954 h 3150066"/>
              <a:gd name="connsiteX20" fmla="*/ 0 w 3251732"/>
              <a:gd name="connsiteY20" fmla="*/ 365628 h 315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51732" h="3150066" extrusionOk="0">
                <a:moveTo>
                  <a:pt x="0" y="365628"/>
                </a:moveTo>
                <a:cubicBezTo>
                  <a:pt x="38848" y="154092"/>
                  <a:pt x="200490" y="-20080"/>
                  <a:pt x="365628" y="0"/>
                </a:cubicBezTo>
                <a:cubicBezTo>
                  <a:pt x="641991" y="23575"/>
                  <a:pt x="800120" y="11841"/>
                  <a:pt x="970542" y="0"/>
                </a:cubicBezTo>
                <a:cubicBezTo>
                  <a:pt x="1140964" y="-11841"/>
                  <a:pt x="1370984" y="-10640"/>
                  <a:pt x="1600661" y="0"/>
                </a:cubicBezTo>
                <a:cubicBezTo>
                  <a:pt x="1830338" y="10640"/>
                  <a:pt x="1906299" y="-16432"/>
                  <a:pt x="2155166" y="0"/>
                </a:cubicBezTo>
                <a:cubicBezTo>
                  <a:pt x="2404033" y="16432"/>
                  <a:pt x="2536728" y="32003"/>
                  <a:pt x="2886104" y="0"/>
                </a:cubicBezTo>
                <a:cubicBezTo>
                  <a:pt x="3122714" y="29210"/>
                  <a:pt x="3236585" y="151144"/>
                  <a:pt x="3251732" y="365628"/>
                </a:cubicBezTo>
                <a:cubicBezTo>
                  <a:pt x="3256154" y="638341"/>
                  <a:pt x="3277990" y="801059"/>
                  <a:pt x="3251732" y="921954"/>
                </a:cubicBezTo>
                <a:cubicBezTo>
                  <a:pt x="3225474" y="1042849"/>
                  <a:pt x="3268437" y="1361166"/>
                  <a:pt x="3251732" y="1502469"/>
                </a:cubicBezTo>
                <a:cubicBezTo>
                  <a:pt x="3235027" y="1643773"/>
                  <a:pt x="3247702" y="1872410"/>
                  <a:pt x="3251732" y="2034607"/>
                </a:cubicBezTo>
                <a:cubicBezTo>
                  <a:pt x="3255762" y="2196804"/>
                  <a:pt x="3263545" y="2475848"/>
                  <a:pt x="3251732" y="2784438"/>
                </a:cubicBezTo>
                <a:cubicBezTo>
                  <a:pt x="3257715" y="2989471"/>
                  <a:pt x="3109924" y="3154463"/>
                  <a:pt x="2886104" y="3150066"/>
                </a:cubicBezTo>
                <a:cubicBezTo>
                  <a:pt x="2665894" y="3176803"/>
                  <a:pt x="2427789" y="3173981"/>
                  <a:pt x="2281190" y="3150066"/>
                </a:cubicBezTo>
                <a:cubicBezTo>
                  <a:pt x="2134591" y="3126151"/>
                  <a:pt x="1942879" y="3143771"/>
                  <a:pt x="1701480" y="3150066"/>
                </a:cubicBezTo>
                <a:cubicBezTo>
                  <a:pt x="1460081" y="3156362"/>
                  <a:pt x="1341301" y="3131296"/>
                  <a:pt x="1071361" y="3150066"/>
                </a:cubicBezTo>
                <a:cubicBezTo>
                  <a:pt x="801421" y="3168836"/>
                  <a:pt x="544242" y="3151450"/>
                  <a:pt x="365628" y="3150066"/>
                </a:cubicBezTo>
                <a:cubicBezTo>
                  <a:pt x="182610" y="3158416"/>
                  <a:pt x="25871" y="3004886"/>
                  <a:pt x="0" y="2784438"/>
                </a:cubicBezTo>
                <a:cubicBezTo>
                  <a:pt x="-6681" y="2477450"/>
                  <a:pt x="-8212" y="2321862"/>
                  <a:pt x="0" y="2131359"/>
                </a:cubicBezTo>
                <a:cubicBezTo>
                  <a:pt x="8212" y="1940856"/>
                  <a:pt x="-13749" y="1787071"/>
                  <a:pt x="0" y="1550845"/>
                </a:cubicBezTo>
                <a:cubicBezTo>
                  <a:pt x="13749" y="1314619"/>
                  <a:pt x="18634" y="1174172"/>
                  <a:pt x="0" y="921954"/>
                </a:cubicBezTo>
                <a:cubicBezTo>
                  <a:pt x="-18634" y="669736"/>
                  <a:pt x="-8966" y="526022"/>
                  <a:pt x="0" y="365628"/>
                </a:cubicBezTo>
                <a:close/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090024831">
                  <a:prstGeom prst="roundRect">
                    <a:avLst>
                      <a:gd name="adj" fmla="val 1160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A88BD7-3F7F-F2CB-137A-97E2450B05B4}"/>
              </a:ext>
            </a:extLst>
          </p:cNvPr>
          <p:cNvSpPr txBox="1"/>
          <p:nvPr/>
        </p:nvSpPr>
        <p:spPr>
          <a:xfrm>
            <a:off x="2348919" y="2172749"/>
            <a:ext cx="3251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Source Component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114A612-F4CF-0E2D-36ED-85CED5727308}"/>
              </a:ext>
            </a:extLst>
          </p:cNvPr>
          <p:cNvSpPr/>
          <p:nvPr/>
        </p:nvSpPr>
        <p:spPr>
          <a:xfrm>
            <a:off x="5600651" y="2084665"/>
            <a:ext cx="1070486" cy="3150066"/>
          </a:xfrm>
          <a:custGeom>
            <a:avLst/>
            <a:gdLst>
              <a:gd name="connsiteX0" fmla="*/ 0 w 1070486"/>
              <a:gd name="connsiteY0" fmla="*/ 124251 h 3150066"/>
              <a:gd name="connsiteX1" fmla="*/ 124251 w 1070486"/>
              <a:gd name="connsiteY1" fmla="*/ 0 h 3150066"/>
              <a:gd name="connsiteX2" fmla="*/ 527023 w 1070486"/>
              <a:gd name="connsiteY2" fmla="*/ 0 h 3150066"/>
              <a:gd name="connsiteX3" fmla="*/ 946235 w 1070486"/>
              <a:gd name="connsiteY3" fmla="*/ 0 h 3150066"/>
              <a:gd name="connsiteX4" fmla="*/ 1070486 w 1070486"/>
              <a:gd name="connsiteY4" fmla="*/ 124251 h 3150066"/>
              <a:gd name="connsiteX5" fmla="*/ 1070486 w 1070486"/>
              <a:gd name="connsiteY5" fmla="*/ 733579 h 3150066"/>
              <a:gd name="connsiteX6" fmla="*/ 1070486 w 1070486"/>
              <a:gd name="connsiteY6" fmla="*/ 1284877 h 3150066"/>
              <a:gd name="connsiteX7" fmla="*/ 1070486 w 1070486"/>
              <a:gd name="connsiteY7" fmla="*/ 1778142 h 3150066"/>
              <a:gd name="connsiteX8" fmla="*/ 1070486 w 1070486"/>
              <a:gd name="connsiteY8" fmla="*/ 2329440 h 3150066"/>
              <a:gd name="connsiteX9" fmla="*/ 1070486 w 1070486"/>
              <a:gd name="connsiteY9" fmla="*/ 3025815 h 3150066"/>
              <a:gd name="connsiteX10" fmla="*/ 946235 w 1070486"/>
              <a:gd name="connsiteY10" fmla="*/ 3150066 h 3150066"/>
              <a:gd name="connsiteX11" fmla="*/ 518803 w 1070486"/>
              <a:gd name="connsiteY11" fmla="*/ 3150066 h 3150066"/>
              <a:gd name="connsiteX12" fmla="*/ 124251 w 1070486"/>
              <a:gd name="connsiteY12" fmla="*/ 3150066 h 3150066"/>
              <a:gd name="connsiteX13" fmla="*/ 0 w 1070486"/>
              <a:gd name="connsiteY13" fmla="*/ 3025815 h 3150066"/>
              <a:gd name="connsiteX14" fmla="*/ 0 w 1070486"/>
              <a:gd name="connsiteY14" fmla="*/ 2445502 h 3150066"/>
              <a:gd name="connsiteX15" fmla="*/ 0 w 1070486"/>
              <a:gd name="connsiteY15" fmla="*/ 1865189 h 3150066"/>
              <a:gd name="connsiteX16" fmla="*/ 0 w 1070486"/>
              <a:gd name="connsiteY16" fmla="*/ 1284877 h 3150066"/>
              <a:gd name="connsiteX17" fmla="*/ 0 w 1070486"/>
              <a:gd name="connsiteY17" fmla="*/ 762595 h 3150066"/>
              <a:gd name="connsiteX18" fmla="*/ 0 w 1070486"/>
              <a:gd name="connsiteY18" fmla="*/ 124251 h 315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70486" h="3150066" extrusionOk="0">
                <a:moveTo>
                  <a:pt x="0" y="124251"/>
                </a:moveTo>
                <a:cubicBezTo>
                  <a:pt x="10388" y="53061"/>
                  <a:pt x="62750" y="-3886"/>
                  <a:pt x="124251" y="0"/>
                </a:cubicBezTo>
                <a:cubicBezTo>
                  <a:pt x="271180" y="-2801"/>
                  <a:pt x="346002" y="7027"/>
                  <a:pt x="527023" y="0"/>
                </a:cubicBezTo>
                <a:cubicBezTo>
                  <a:pt x="708044" y="-7027"/>
                  <a:pt x="792549" y="-15862"/>
                  <a:pt x="946235" y="0"/>
                </a:cubicBezTo>
                <a:cubicBezTo>
                  <a:pt x="1001250" y="1728"/>
                  <a:pt x="1063981" y="50725"/>
                  <a:pt x="1070486" y="124251"/>
                </a:cubicBezTo>
                <a:cubicBezTo>
                  <a:pt x="1089062" y="290827"/>
                  <a:pt x="1089939" y="478898"/>
                  <a:pt x="1070486" y="733579"/>
                </a:cubicBezTo>
                <a:cubicBezTo>
                  <a:pt x="1051033" y="988260"/>
                  <a:pt x="1072480" y="1104194"/>
                  <a:pt x="1070486" y="1284877"/>
                </a:cubicBezTo>
                <a:cubicBezTo>
                  <a:pt x="1068492" y="1465560"/>
                  <a:pt x="1058646" y="1590802"/>
                  <a:pt x="1070486" y="1778142"/>
                </a:cubicBezTo>
                <a:cubicBezTo>
                  <a:pt x="1082326" y="1965483"/>
                  <a:pt x="1061260" y="2075969"/>
                  <a:pt x="1070486" y="2329440"/>
                </a:cubicBezTo>
                <a:cubicBezTo>
                  <a:pt x="1079712" y="2582911"/>
                  <a:pt x="1099139" y="2695090"/>
                  <a:pt x="1070486" y="3025815"/>
                </a:cubicBezTo>
                <a:cubicBezTo>
                  <a:pt x="1067885" y="3094240"/>
                  <a:pt x="1018937" y="3147283"/>
                  <a:pt x="946235" y="3150066"/>
                </a:cubicBezTo>
                <a:cubicBezTo>
                  <a:pt x="851587" y="3158803"/>
                  <a:pt x="712861" y="3153061"/>
                  <a:pt x="518803" y="3150066"/>
                </a:cubicBezTo>
                <a:cubicBezTo>
                  <a:pt x="324745" y="3147071"/>
                  <a:pt x="244439" y="3130979"/>
                  <a:pt x="124251" y="3150066"/>
                </a:cubicBezTo>
                <a:cubicBezTo>
                  <a:pt x="65905" y="3157901"/>
                  <a:pt x="-5956" y="3085425"/>
                  <a:pt x="0" y="3025815"/>
                </a:cubicBezTo>
                <a:cubicBezTo>
                  <a:pt x="322" y="2781062"/>
                  <a:pt x="-12850" y="2568561"/>
                  <a:pt x="0" y="2445502"/>
                </a:cubicBezTo>
                <a:cubicBezTo>
                  <a:pt x="12850" y="2322443"/>
                  <a:pt x="-9241" y="2116319"/>
                  <a:pt x="0" y="1865189"/>
                </a:cubicBezTo>
                <a:cubicBezTo>
                  <a:pt x="9241" y="1614059"/>
                  <a:pt x="8692" y="1557296"/>
                  <a:pt x="0" y="1284877"/>
                </a:cubicBezTo>
                <a:cubicBezTo>
                  <a:pt x="-8692" y="1012458"/>
                  <a:pt x="-2713" y="977772"/>
                  <a:pt x="0" y="762595"/>
                </a:cubicBezTo>
                <a:cubicBezTo>
                  <a:pt x="2713" y="547418"/>
                  <a:pt x="11032" y="308550"/>
                  <a:pt x="0" y="124251"/>
                </a:cubicBezTo>
                <a:close/>
              </a:path>
            </a:pathLst>
          </a:custGeom>
          <a:noFill/>
          <a:ln w="38100">
            <a:solidFill>
              <a:schemeClr val="accent5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090024831">
                  <a:prstGeom prst="roundRect">
                    <a:avLst>
                      <a:gd name="adj" fmla="val 1160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30CE15-417F-475A-B6DB-848678297849}"/>
              </a:ext>
            </a:extLst>
          </p:cNvPr>
          <p:cNvSpPr txBox="1"/>
          <p:nvPr/>
        </p:nvSpPr>
        <p:spPr>
          <a:xfrm>
            <a:off x="5600651" y="2174181"/>
            <a:ext cx="1070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Path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AC12FE8-FB90-852C-2EAD-E0E6D0449C99}"/>
              </a:ext>
            </a:extLst>
          </p:cNvPr>
          <p:cNvSpPr/>
          <p:nvPr/>
        </p:nvSpPr>
        <p:spPr>
          <a:xfrm>
            <a:off x="6680857" y="2084665"/>
            <a:ext cx="2797304" cy="3150065"/>
          </a:xfrm>
          <a:custGeom>
            <a:avLst/>
            <a:gdLst>
              <a:gd name="connsiteX0" fmla="*/ 0 w 2797304"/>
              <a:gd name="connsiteY0" fmla="*/ 324683 h 3150065"/>
              <a:gd name="connsiteX1" fmla="*/ 324683 w 2797304"/>
              <a:gd name="connsiteY1" fmla="*/ 0 h 3150065"/>
              <a:gd name="connsiteX2" fmla="*/ 840188 w 2797304"/>
              <a:gd name="connsiteY2" fmla="*/ 0 h 3150065"/>
              <a:gd name="connsiteX3" fmla="*/ 1377173 w 2797304"/>
              <a:gd name="connsiteY3" fmla="*/ 0 h 3150065"/>
              <a:gd name="connsiteX4" fmla="*/ 1849719 w 2797304"/>
              <a:gd name="connsiteY4" fmla="*/ 0 h 3150065"/>
              <a:gd name="connsiteX5" fmla="*/ 2472621 w 2797304"/>
              <a:gd name="connsiteY5" fmla="*/ 0 h 3150065"/>
              <a:gd name="connsiteX6" fmla="*/ 2797304 w 2797304"/>
              <a:gd name="connsiteY6" fmla="*/ 324683 h 3150065"/>
              <a:gd name="connsiteX7" fmla="*/ 2797304 w 2797304"/>
              <a:gd name="connsiteY7" fmla="*/ 899844 h 3150065"/>
              <a:gd name="connsiteX8" fmla="*/ 2797304 w 2797304"/>
              <a:gd name="connsiteY8" fmla="*/ 1500012 h 3150065"/>
              <a:gd name="connsiteX9" fmla="*/ 2797304 w 2797304"/>
              <a:gd name="connsiteY9" fmla="*/ 2050165 h 3150065"/>
              <a:gd name="connsiteX10" fmla="*/ 2797304 w 2797304"/>
              <a:gd name="connsiteY10" fmla="*/ 2825382 h 3150065"/>
              <a:gd name="connsiteX11" fmla="*/ 2472621 w 2797304"/>
              <a:gd name="connsiteY11" fmla="*/ 3150065 h 3150065"/>
              <a:gd name="connsiteX12" fmla="*/ 1957116 w 2797304"/>
              <a:gd name="connsiteY12" fmla="*/ 3150065 h 3150065"/>
              <a:gd name="connsiteX13" fmla="*/ 1463090 w 2797304"/>
              <a:gd name="connsiteY13" fmla="*/ 3150065 h 3150065"/>
              <a:gd name="connsiteX14" fmla="*/ 926106 w 2797304"/>
              <a:gd name="connsiteY14" fmla="*/ 3150065 h 3150065"/>
              <a:gd name="connsiteX15" fmla="*/ 324683 w 2797304"/>
              <a:gd name="connsiteY15" fmla="*/ 3150065 h 3150065"/>
              <a:gd name="connsiteX16" fmla="*/ 0 w 2797304"/>
              <a:gd name="connsiteY16" fmla="*/ 2825382 h 3150065"/>
              <a:gd name="connsiteX17" fmla="*/ 0 w 2797304"/>
              <a:gd name="connsiteY17" fmla="*/ 2150193 h 3150065"/>
              <a:gd name="connsiteX18" fmla="*/ 0 w 2797304"/>
              <a:gd name="connsiteY18" fmla="*/ 1550026 h 3150065"/>
              <a:gd name="connsiteX19" fmla="*/ 0 w 2797304"/>
              <a:gd name="connsiteY19" fmla="*/ 899844 h 3150065"/>
              <a:gd name="connsiteX20" fmla="*/ 0 w 2797304"/>
              <a:gd name="connsiteY20" fmla="*/ 324683 h 315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797304" h="3150065" extrusionOk="0">
                <a:moveTo>
                  <a:pt x="0" y="324683"/>
                </a:moveTo>
                <a:cubicBezTo>
                  <a:pt x="6711" y="143707"/>
                  <a:pt x="158263" y="-7039"/>
                  <a:pt x="324683" y="0"/>
                </a:cubicBezTo>
                <a:cubicBezTo>
                  <a:pt x="580610" y="-4304"/>
                  <a:pt x="682169" y="-4886"/>
                  <a:pt x="840188" y="0"/>
                </a:cubicBezTo>
                <a:cubicBezTo>
                  <a:pt x="998208" y="4886"/>
                  <a:pt x="1235467" y="-2542"/>
                  <a:pt x="1377173" y="0"/>
                </a:cubicBezTo>
                <a:cubicBezTo>
                  <a:pt x="1518880" y="2542"/>
                  <a:pt x="1663842" y="14897"/>
                  <a:pt x="1849719" y="0"/>
                </a:cubicBezTo>
                <a:cubicBezTo>
                  <a:pt x="2035596" y="-14897"/>
                  <a:pt x="2163885" y="26129"/>
                  <a:pt x="2472621" y="0"/>
                </a:cubicBezTo>
                <a:cubicBezTo>
                  <a:pt x="2669954" y="15175"/>
                  <a:pt x="2775760" y="127512"/>
                  <a:pt x="2797304" y="324683"/>
                </a:cubicBezTo>
                <a:cubicBezTo>
                  <a:pt x="2800190" y="549490"/>
                  <a:pt x="2791294" y="670672"/>
                  <a:pt x="2797304" y="899844"/>
                </a:cubicBezTo>
                <a:cubicBezTo>
                  <a:pt x="2803314" y="1129016"/>
                  <a:pt x="2820991" y="1353794"/>
                  <a:pt x="2797304" y="1500012"/>
                </a:cubicBezTo>
                <a:cubicBezTo>
                  <a:pt x="2773617" y="1646230"/>
                  <a:pt x="2816640" y="1778372"/>
                  <a:pt x="2797304" y="2050165"/>
                </a:cubicBezTo>
                <a:cubicBezTo>
                  <a:pt x="2777968" y="2321958"/>
                  <a:pt x="2786933" y="2652097"/>
                  <a:pt x="2797304" y="2825382"/>
                </a:cubicBezTo>
                <a:cubicBezTo>
                  <a:pt x="2829621" y="3021452"/>
                  <a:pt x="2684333" y="3156573"/>
                  <a:pt x="2472621" y="3150065"/>
                </a:cubicBezTo>
                <a:cubicBezTo>
                  <a:pt x="2314439" y="3148349"/>
                  <a:pt x="2201976" y="3145273"/>
                  <a:pt x="1957116" y="3150065"/>
                </a:cubicBezTo>
                <a:cubicBezTo>
                  <a:pt x="1712256" y="3154857"/>
                  <a:pt x="1619009" y="3155552"/>
                  <a:pt x="1463090" y="3150065"/>
                </a:cubicBezTo>
                <a:cubicBezTo>
                  <a:pt x="1307171" y="3144578"/>
                  <a:pt x="1185366" y="3169770"/>
                  <a:pt x="926106" y="3150065"/>
                </a:cubicBezTo>
                <a:cubicBezTo>
                  <a:pt x="666846" y="3130360"/>
                  <a:pt x="620462" y="3136268"/>
                  <a:pt x="324683" y="3150065"/>
                </a:cubicBezTo>
                <a:cubicBezTo>
                  <a:pt x="182504" y="3166461"/>
                  <a:pt x="19688" y="3018791"/>
                  <a:pt x="0" y="2825382"/>
                </a:cubicBezTo>
                <a:cubicBezTo>
                  <a:pt x="-18383" y="2686260"/>
                  <a:pt x="-31115" y="2384484"/>
                  <a:pt x="0" y="2150193"/>
                </a:cubicBezTo>
                <a:cubicBezTo>
                  <a:pt x="31115" y="1915902"/>
                  <a:pt x="-22092" y="1786591"/>
                  <a:pt x="0" y="1550026"/>
                </a:cubicBezTo>
                <a:cubicBezTo>
                  <a:pt x="22092" y="1313461"/>
                  <a:pt x="-20220" y="1112023"/>
                  <a:pt x="0" y="899844"/>
                </a:cubicBezTo>
                <a:cubicBezTo>
                  <a:pt x="20220" y="687665"/>
                  <a:pt x="-18334" y="477404"/>
                  <a:pt x="0" y="324683"/>
                </a:cubicBezTo>
                <a:close/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090024831">
                  <a:prstGeom prst="roundRect">
                    <a:avLst>
                      <a:gd name="adj" fmla="val 1160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F5E344-BF08-15B6-3B62-7E27A6B949AB}"/>
              </a:ext>
            </a:extLst>
          </p:cNvPr>
          <p:cNvSpPr txBox="1"/>
          <p:nvPr/>
        </p:nvSpPr>
        <p:spPr>
          <a:xfrm>
            <a:off x="6671136" y="2174181"/>
            <a:ext cx="280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Receiver Component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F359F1C-3F6E-5CB6-EB96-765F140520AD}"/>
              </a:ext>
            </a:extLst>
          </p:cNvPr>
          <p:cNvSpPr/>
          <p:nvPr/>
        </p:nvSpPr>
        <p:spPr>
          <a:xfrm>
            <a:off x="772871" y="927028"/>
            <a:ext cx="10646258" cy="778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TPA groups the sources, paths, and receivers into sub-components of the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18C0A2-4450-B458-BBA0-309D2E377DC0}"/>
              </a:ext>
            </a:extLst>
          </p:cNvPr>
          <p:cNvSpPr txBox="1"/>
          <p:nvPr/>
        </p:nvSpPr>
        <p:spPr>
          <a:xfrm>
            <a:off x="5682169" y="3201565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</p:spTree>
    <p:extLst>
      <p:ext uri="{BB962C8B-B14F-4D97-AF65-F5344CB8AC3E}">
        <p14:creationId xmlns:p14="http://schemas.microsoft.com/office/powerpoint/2010/main" val="2218910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416FB-6655-B014-7E11-EDF2D014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337324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Source-Path-Receiver Framework – The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1D2D-5EE4-1CB1-0E4C-DC0A9A427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839191"/>
            <a:ext cx="11337324" cy="4079223"/>
          </a:xfrm>
        </p:spPr>
        <p:txBody>
          <a:bodyPr/>
          <a:lstStyle/>
          <a:p>
            <a:r>
              <a:rPr lang="en-US" dirty="0"/>
              <a:t>The receiver cannot generate noise and vibration on its own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source is the only thing that generates noise and vibration energy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don’t care about the noise and vibration response on the source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1A1F8A-47BF-43F3-7DD4-A07ADC26F958}"/>
              </a:ext>
            </a:extLst>
          </p:cNvPr>
          <p:cNvSpPr/>
          <p:nvPr/>
        </p:nvSpPr>
        <p:spPr>
          <a:xfrm>
            <a:off x="494318" y="880844"/>
            <a:ext cx="11203365" cy="880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Any source-path-receiver breakdown is valid as long as it follows some simple rules – choose what is most convenient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B5C39-B77D-6CFE-CFFB-0B6B6D676E42}"/>
              </a:ext>
            </a:extLst>
          </p:cNvPr>
          <p:cNvSpPr/>
          <p:nvPr/>
        </p:nvSpPr>
        <p:spPr>
          <a:xfrm>
            <a:off x="105032" y="1839191"/>
            <a:ext cx="10836876" cy="3807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69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416FB-6655-B014-7E11-EDF2D014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337324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Source-Path-Receiver Framework – The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1D2D-5EE4-1CB1-0E4C-DC0A9A427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839191"/>
            <a:ext cx="11337324" cy="4079223"/>
          </a:xfrm>
        </p:spPr>
        <p:txBody>
          <a:bodyPr/>
          <a:lstStyle/>
          <a:p>
            <a:r>
              <a:rPr lang="en-US" dirty="0"/>
              <a:t>The receiver cannot generate noise and vibration on its own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source is the only thing that generates noise and vibration energy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don’t care about the noise and vibration response on the source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1A1F8A-47BF-43F3-7DD4-A07ADC26F958}"/>
              </a:ext>
            </a:extLst>
          </p:cNvPr>
          <p:cNvSpPr/>
          <p:nvPr/>
        </p:nvSpPr>
        <p:spPr>
          <a:xfrm>
            <a:off x="494318" y="880844"/>
            <a:ext cx="11203365" cy="880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Any source-path-receiver breakdown is valid as long as it follows some simple rules – choose what is most convenient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B5C39-B77D-6CFE-CFFB-0B6B6D676E42}"/>
              </a:ext>
            </a:extLst>
          </p:cNvPr>
          <p:cNvSpPr/>
          <p:nvPr/>
        </p:nvSpPr>
        <p:spPr>
          <a:xfrm>
            <a:off x="105032" y="2743200"/>
            <a:ext cx="10836876" cy="2903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93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416FB-6655-B014-7E11-EDF2D014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337324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Source-Path-Receiver Framework – The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1D2D-5EE4-1CB1-0E4C-DC0A9A427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839191"/>
            <a:ext cx="11337324" cy="4079223"/>
          </a:xfrm>
        </p:spPr>
        <p:txBody>
          <a:bodyPr/>
          <a:lstStyle/>
          <a:p>
            <a:r>
              <a:rPr lang="en-US" dirty="0"/>
              <a:t>The receiver cannot generate noise and vibration on its own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source is the only thing that generates noise and vibration energy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don’t care about the noise and vibration response on the source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1A1F8A-47BF-43F3-7DD4-A07ADC26F958}"/>
              </a:ext>
            </a:extLst>
          </p:cNvPr>
          <p:cNvSpPr/>
          <p:nvPr/>
        </p:nvSpPr>
        <p:spPr>
          <a:xfrm>
            <a:off x="494318" y="880844"/>
            <a:ext cx="11203365" cy="880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Any source-path-receiver breakdown is valid as long as it follows some simple rules – choose what is most convenient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B5C39-B77D-6CFE-CFFB-0B6B6D676E42}"/>
              </a:ext>
            </a:extLst>
          </p:cNvPr>
          <p:cNvSpPr/>
          <p:nvPr/>
        </p:nvSpPr>
        <p:spPr>
          <a:xfrm>
            <a:off x="105032" y="4281616"/>
            <a:ext cx="10836876" cy="13654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55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416FB-6655-B014-7E11-EDF2D014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337324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Source-Path-Receiver Framework – The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1D2D-5EE4-1CB1-0E4C-DC0A9A427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839191"/>
            <a:ext cx="11337324" cy="4079223"/>
          </a:xfrm>
        </p:spPr>
        <p:txBody>
          <a:bodyPr/>
          <a:lstStyle/>
          <a:p>
            <a:r>
              <a:rPr lang="en-US" dirty="0"/>
              <a:t>The receiver cannot generate noise and vibration on its own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source is the only thing that generates noise and vibration energy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don’t care about the noise and vibration response on the source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1A1F8A-47BF-43F3-7DD4-A07ADC26F958}"/>
              </a:ext>
            </a:extLst>
          </p:cNvPr>
          <p:cNvSpPr/>
          <p:nvPr/>
        </p:nvSpPr>
        <p:spPr>
          <a:xfrm>
            <a:off x="494318" y="880844"/>
            <a:ext cx="11203365" cy="880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Any source-path-receiver breakdown is valid as long as it follows some simple rules – choose what is most convenient</a:t>
            </a:r>
          </a:p>
        </p:txBody>
      </p:sp>
    </p:spTree>
    <p:extLst>
      <p:ext uri="{BB962C8B-B14F-4D97-AF65-F5344CB8AC3E}">
        <p14:creationId xmlns:p14="http://schemas.microsoft.com/office/powerpoint/2010/main" val="4016622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5732-E881-5AF9-B36F-592B72CB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TPA</a:t>
            </a:r>
          </a:p>
        </p:txBody>
      </p:sp>
    </p:spTree>
    <p:extLst>
      <p:ext uri="{BB962C8B-B14F-4D97-AF65-F5344CB8AC3E}">
        <p14:creationId xmlns:p14="http://schemas.microsoft.com/office/powerpoint/2010/main" val="32329721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TPA and One-way FBS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FA990094-E39E-5BED-52CE-DACDB89B9E75}"/>
              </a:ext>
            </a:extLst>
          </p:cNvPr>
          <p:cNvSpPr/>
          <p:nvPr/>
        </p:nvSpPr>
        <p:spPr>
          <a:xfrm>
            <a:off x="9047015" y="3564835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901BFF1-4790-CD13-3188-22F9EDC21AB8}"/>
              </a:ext>
            </a:extLst>
          </p:cNvPr>
          <p:cNvSpPr/>
          <p:nvPr/>
        </p:nvSpPr>
        <p:spPr>
          <a:xfrm rot="5400000">
            <a:off x="3425344" y="3192916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AEB736-B073-6899-B352-6C9A2F5CF038}"/>
              </a:ext>
            </a:extLst>
          </p:cNvPr>
          <p:cNvSpPr/>
          <p:nvPr/>
        </p:nvSpPr>
        <p:spPr>
          <a:xfrm rot="5400000">
            <a:off x="3812169" y="2618151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C7CFE-1DB9-7975-66A3-B89609CA1D1F}"/>
              </a:ext>
            </a:extLst>
          </p:cNvPr>
          <p:cNvSpPr txBox="1"/>
          <p:nvPr/>
        </p:nvSpPr>
        <p:spPr>
          <a:xfrm>
            <a:off x="4097279" y="3336254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B001E3F4-16E2-B2B7-9C10-E907C25FB9F2}"/>
              </a:ext>
            </a:extLst>
          </p:cNvPr>
          <p:cNvSpPr/>
          <p:nvPr/>
        </p:nvSpPr>
        <p:spPr>
          <a:xfrm rot="5400000">
            <a:off x="6175971" y="3304909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641BB4-625D-EA89-B71B-8788BBF4E74C}"/>
              </a:ext>
            </a:extLst>
          </p:cNvPr>
          <p:cNvSpPr/>
          <p:nvPr/>
        </p:nvSpPr>
        <p:spPr>
          <a:xfrm>
            <a:off x="7268961" y="2953216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C3EDAE12-0BCC-C890-404D-2DC72B84081F}"/>
              </a:ext>
            </a:extLst>
          </p:cNvPr>
          <p:cNvSpPr/>
          <p:nvPr/>
        </p:nvSpPr>
        <p:spPr>
          <a:xfrm rot="5400000">
            <a:off x="7697066" y="3304909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D84AB9-8445-E2DD-4EC1-82DCCCD12A9D}"/>
              </a:ext>
            </a:extLst>
          </p:cNvPr>
          <p:cNvSpPr txBox="1"/>
          <p:nvPr/>
        </p:nvSpPr>
        <p:spPr>
          <a:xfrm>
            <a:off x="7199451" y="3443980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1A5BE8D3-6A29-4E7F-405C-D839112BF9AD}"/>
              </a:ext>
            </a:extLst>
          </p:cNvPr>
          <p:cNvSpPr/>
          <p:nvPr/>
        </p:nvSpPr>
        <p:spPr>
          <a:xfrm rot="5400000">
            <a:off x="8728136" y="3304909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5D79E23-0561-9FAE-06F3-BBE212B22B88}"/>
              </a:ext>
            </a:extLst>
          </p:cNvPr>
          <p:cNvSpPr/>
          <p:nvPr/>
        </p:nvSpPr>
        <p:spPr>
          <a:xfrm>
            <a:off x="3620425" y="2328490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311B7D0-FCCC-C4F6-50C1-E6E90BB97873}"/>
              </a:ext>
            </a:extLst>
          </p:cNvPr>
          <p:cNvSpPr/>
          <p:nvPr/>
        </p:nvSpPr>
        <p:spPr>
          <a:xfrm rot="10800000">
            <a:off x="3620425" y="4400513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9C6B9B-6E5A-6EFC-62B7-1D56D496F3D1}"/>
              </a:ext>
            </a:extLst>
          </p:cNvPr>
          <p:cNvCxnSpPr>
            <a:cxnSpLocks/>
          </p:cNvCxnSpPr>
          <p:nvPr/>
        </p:nvCxnSpPr>
        <p:spPr>
          <a:xfrm>
            <a:off x="3620425" y="3597864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650B6A8-9161-EEAF-EC61-46F71AF383B7}"/>
              </a:ext>
            </a:extLst>
          </p:cNvPr>
          <p:cNvSpPr/>
          <p:nvPr/>
        </p:nvSpPr>
        <p:spPr>
          <a:xfrm>
            <a:off x="5484559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17F891-1CC4-80C5-112C-92EDF90DFF1B}"/>
              </a:ext>
            </a:extLst>
          </p:cNvPr>
          <p:cNvSpPr/>
          <p:nvPr/>
        </p:nvSpPr>
        <p:spPr>
          <a:xfrm>
            <a:off x="6584022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3AC67D-76FB-83C1-2515-3A92BD28F1A8}"/>
              </a:ext>
            </a:extLst>
          </p:cNvPr>
          <p:cNvCxnSpPr>
            <a:cxnSpLocks/>
          </p:cNvCxnSpPr>
          <p:nvPr/>
        </p:nvCxnSpPr>
        <p:spPr>
          <a:xfrm>
            <a:off x="5667439" y="3583897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1015FC-6EC7-8ADB-A76E-563D3E35466A}"/>
              </a:ext>
            </a:extLst>
          </p:cNvPr>
          <p:cNvCxnSpPr>
            <a:cxnSpLocks/>
          </p:cNvCxnSpPr>
          <p:nvPr/>
        </p:nvCxnSpPr>
        <p:spPr>
          <a:xfrm flipH="1">
            <a:off x="6207332" y="3583897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C031DB-FE22-5210-C634-352FDBB76BC8}"/>
              </a:ext>
            </a:extLst>
          </p:cNvPr>
          <p:cNvCxnSpPr>
            <a:cxnSpLocks/>
          </p:cNvCxnSpPr>
          <p:nvPr/>
        </p:nvCxnSpPr>
        <p:spPr>
          <a:xfrm>
            <a:off x="6033199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DEB5C9-AAAC-E90C-AE80-F7DB1F40DDE5}"/>
              </a:ext>
            </a:extLst>
          </p:cNvPr>
          <p:cNvCxnSpPr>
            <a:cxnSpLocks/>
          </p:cNvCxnSpPr>
          <p:nvPr/>
        </p:nvCxnSpPr>
        <p:spPr>
          <a:xfrm>
            <a:off x="6201930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3839FCBE-8840-EF5B-3693-DA23C3F92395}"/>
              </a:ext>
            </a:extLst>
          </p:cNvPr>
          <p:cNvSpPr/>
          <p:nvPr/>
        </p:nvSpPr>
        <p:spPr>
          <a:xfrm rot="5400000">
            <a:off x="6060374" y="3244483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0263ABD1-2925-B0D8-CF29-82EB9F845FC6}"/>
              </a:ext>
            </a:extLst>
          </p:cNvPr>
          <p:cNvSpPr/>
          <p:nvPr/>
        </p:nvSpPr>
        <p:spPr>
          <a:xfrm rot="16200000">
            <a:off x="6065815" y="3533594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2A9222-E801-BD5A-CF6A-6FE50C2A20B2}"/>
              </a:ext>
            </a:extLst>
          </p:cNvPr>
          <p:cNvSpPr txBox="1"/>
          <p:nvPr/>
        </p:nvSpPr>
        <p:spPr>
          <a:xfrm>
            <a:off x="7199451" y="3446843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F3971A-E7F4-1BD8-8D50-9905FBD51F1F}"/>
              </a:ext>
            </a:extLst>
          </p:cNvPr>
          <p:cNvSpPr txBox="1"/>
          <p:nvPr/>
        </p:nvSpPr>
        <p:spPr>
          <a:xfrm>
            <a:off x="5682169" y="2975062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/>
              <p:nvPr/>
            </p:nvSpPr>
            <p:spPr>
              <a:xfrm>
                <a:off x="4229367" y="1162240"/>
                <a:ext cx="3733265" cy="456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367" y="1162240"/>
                <a:ext cx="3733265" cy="4561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D00DAFBD-1A91-5765-A760-AD27E63AA588}"/>
              </a:ext>
            </a:extLst>
          </p:cNvPr>
          <p:cNvSpPr/>
          <p:nvPr/>
        </p:nvSpPr>
        <p:spPr>
          <a:xfrm>
            <a:off x="3317387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41605E-AC45-6D8F-6A7E-F824F8DA3587}"/>
              </a:ext>
            </a:extLst>
          </p:cNvPr>
          <p:cNvSpPr/>
          <p:nvPr/>
        </p:nvSpPr>
        <p:spPr>
          <a:xfrm>
            <a:off x="8305070" y="3529033"/>
            <a:ext cx="109728" cy="109728"/>
          </a:xfrm>
          <a:prstGeom prst="ellipse">
            <a:avLst/>
          </a:prstGeom>
          <a:solidFill>
            <a:srgbClr val="EC8A00"/>
          </a:solidFill>
          <a:ln>
            <a:solidFill>
              <a:srgbClr val="B16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99A61A7F-EAFD-2ED8-7599-4925AF782EFC}"/>
              </a:ext>
            </a:extLst>
          </p:cNvPr>
          <p:cNvSpPr/>
          <p:nvPr/>
        </p:nvSpPr>
        <p:spPr>
          <a:xfrm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D7599985-1F45-7E5F-05DE-1C25E2A38085}"/>
              </a:ext>
            </a:extLst>
          </p:cNvPr>
          <p:cNvSpPr/>
          <p:nvPr/>
        </p:nvSpPr>
        <p:spPr>
          <a:xfrm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64D3F650-549A-E207-D781-3F8FFB4CE6FE}"/>
              </a:ext>
            </a:extLst>
          </p:cNvPr>
          <p:cNvSpPr/>
          <p:nvPr/>
        </p:nvSpPr>
        <p:spPr>
          <a:xfrm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3CF101C9-B08E-A951-D010-37553BAEC7CD}"/>
              </a:ext>
            </a:extLst>
          </p:cNvPr>
          <p:cNvSpPr/>
          <p:nvPr/>
        </p:nvSpPr>
        <p:spPr>
          <a:xfrm rot="10800000"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183CCDA-F6C2-A5F9-D655-994BE3313619}"/>
              </a:ext>
            </a:extLst>
          </p:cNvPr>
          <p:cNvSpPr/>
          <p:nvPr/>
        </p:nvSpPr>
        <p:spPr>
          <a:xfrm rot="10800000"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FDC3F5D9-7373-E165-FA0D-F5B0623DB5E6}"/>
              </a:ext>
            </a:extLst>
          </p:cNvPr>
          <p:cNvSpPr/>
          <p:nvPr/>
        </p:nvSpPr>
        <p:spPr>
          <a:xfrm rot="10800000"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F242C7-8D98-7AAA-6CFC-E67659E3781B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005722" y="3583897"/>
            <a:ext cx="311665" cy="0"/>
          </a:xfrm>
          <a:prstGeom prst="straightConnector1">
            <a:avLst/>
          </a:prstGeom>
          <a:ln w="38100">
            <a:solidFill>
              <a:srgbClr val="EC8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/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𝐸𝑥𝑐𝑖𝑡𝑎𝑡𝑖𝑜𝑛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blipFill>
                <a:blip r:embed="rId3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/>
              <p:nvPr/>
            </p:nvSpPr>
            <p:spPr>
              <a:xfrm>
                <a:off x="4186109" y="4900259"/>
                <a:ext cx="39535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𝐼𝑛𝑡𝑒𝑟𝑓𝑎𝑐𝑒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𝑐𝑜𝑚𝑝𝑜𝑛𝑒𝑛𝑡𝑠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𝐷𝑂𝐹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109" y="4900259"/>
                <a:ext cx="3953597" cy="338554"/>
              </a:xfrm>
              <a:prstGeom prst="rect">
                <a:avLst/>
              </a:prstGeom>
              <a:blipFill>
                <a:blip r:embed="rId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FFABB96-C2E7-2EBA-1E56-D8D9399C167D}"/>
              </a:ext>
            </a:extLst>
          </p:cNvPr>
          <p:cNvCxnSpPr>
            <a:stCxn id="47" idx="0"/>
          </p:cNvCxnSpPr>
          <p:nvPr/>
        </p:nvCxnSpPr>
        <p:spPr>
          <a:xfrm flipH="1" flipV="1">
            <a:off x="5682169" y="3751757"/>
            <a:ext cx="480739" cy="11485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718B34-B331-E320-8B6B-1F51C36BC86A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6162908" y="3721057"/>
            <a:ext cx="469206" cy="11792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/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𝑃𝑎𝑦𝑙𝑜𝑎𝑑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B20DA37-7363-C276-157A-DC6FD360B937}"/>
              </a:ext>
            </a:extLst>
          </p:cNvPr>
          <p:cNvCxnSpPr>
            <a:cxnSpLocks/>
          </p:cNvCxnSpPr>
          <p:nvPr/>
        </p:nvCxnSpPr>
        <p:spPr>
          <a:xfrm flipH="1" flipV="1">
            <a:off x="8485112" y="3826530"/>
            <a:ext cx="801501" cy="415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676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TPA and One-way FBS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FA990094-E39E-5BED-52CE-DACDB89B9E75}"/>
              </a:ext>
            </a:extLst>
          </p:cNvPr>
          <p:cNvSpPr/>
          <p:nvPr/>
        </p:nvSpPr>
        <p:spPr>
          <a:xfrm>
            <a:off x="9047015" y="3564835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901BFF1-4790-CD13-3188-22F9EDC21AB8}"/>
              </a:ext>
            </a:extLst>
          </p:cNvPr>
          <p:cNvSpPr/>
          <p:nvPr/>
        </p:nvSpPr>
        <p:spPr>
          <a:xfrm rot="5400000">
            <a:off x="3425344" y="3192916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AEB736-B073-6899-B352-6C9A2F5CF038}"/>
              </a:ext>
            </a:extLst>
          </p:cNvPr>
          <p:cNvSpPr/>
          <p:nvPr/>
        </p:nvSpPr>
        <p:spPr>
          <a:xfrm rot="5400000">
            <a:off x="3812169" y="2618151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C7CFE-1DB9-7975-66A3-B89609CA1D1F}"/>
              </a:ext>
            </a:extLst>
          </p:cNvPr>
          <p:cNvSpPr txBox="1"/>
          <p:nvPr/>
        </p:nvSpPr>
        <p:spPr>
          <a:xfrm>
            <a:off x="4097279" y="3336254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B001E3F4-16E2-B2B7-9C10-E907C25FB9F2}"/>
              </a:ext>
            </a:extLst>
          </p:cNvPr>
          <p:cNvSpPr/>
          <p:nvPr/>
        </p:nvSpPr>
        <p:spPr>
          <a:xfrm rot="5400000">
            <a:off x="6175971" y="3304909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641BB4-625D-EA89-B71B-8788BBF4E74C}"/>
              </a:ext>
            </a:extLst>
          </p:cNvPr>
          <p:cNvSpPr/>
          <p:nvPr/>
        </p:nvSpPr>
        <p:spPr>
          <a:xfrm>
            <a:off x="7268961" y="2953216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C3EDAE12-0BCC-C890-404D-2DC72B84081F}"/>
              </a:ext>
            </a:extLst>
          </p:cNvPr>
          <p:cNvSpPr/>
          <p:nvPr/>
        </p:nvSpPr>
        <p:spPr>
          <a:xfrm rot="5400000">
            <a:off x="7697066" y="3304909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D84AB9-8445-E2DD-4EC1-82DCCCD12A9D}"/>
              </a:ext>
            </a:extLst>
          </p:cNvPr>
          <p:cNvSpPr txBox="1"/>
          <p:nvPr/>
        </p:nvSpPr>
        <p:spPr>
          <a:xfrm>
            <a:off x="7199451" y="3443980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1A5BE8D3-6A29-4E7F-405C-D839112BF9AD}"/>
              </a:ext>
            </a:extLst>
          </p:cNvPr>
          <p:cNvSpPr/>
          <p:nvPr/>
        </p:nvSpPr>
        <p:spPr>
          <a:xfrm rot="5400000">
            <a:off x="8728136" y="3304909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5D79E23-0561-9FAE-06F3-BBE212B22B88}"/>
              </a:ext>
            </a:extLst>
          </p:cNvPr>
          <p:cNvSpPr/>
          <p:nvPr/>
        </p:nvSpPr>
        <p:spPr>
          <a:xfrm>
            <a:off x="3620425" y="2328490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311B7D0-FCCC-C4F6-50C1-E6E90BB97873}"/>
              </a:ext>
            </a:extLst>
          </p:cNvPr>
          <p:cNvSpPr/>
          <p:nvPr/>
        </p:nvSpPr>
        <p:spPr>
          <a:xfrm rot="10800000">
            <a:off x="3620425" y="4400513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9C6B9B-6E5A-6EFC-62B7-1D56D496F3D1}"/>
              </a:ext>
            </a:extLst>
          </p:cNvPr>
          <p:cNvCxnSpPr>
            <a:cxnSpLocks/>
          </p:cNvCxnSpPr>
          <p:nvPr/>
        </p:nvCxnSpPr>
        <p:spPr>
          <a:xfrm>
            <a:off x="3620425" y="3597864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650B6A8-9161-EEAF-EC61-46F71AF383B7}"/>
              </a:ext>
            </a:extLst>
          </p:cNvPr>
          <p:cNvSpPr/>
          <p:nvPr/>
        </p:nvSpPr>
        <p:spPr>
          <a:xfrm>
            <a:off x="5484559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17F891-1CC4-80C5-112C-92EDF90DFF1B}"/>
              </a:ext>
            </a:extLst>
          </p:cNvPr>
          <p:cNvSpPr/>
          <p:nvPr/>
        </p:nvSpPr>
        <p:spPr>
          <a:xfrm>
            <a:off x="6584022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3AC67D-76FB-83C1-2515-3A92BD28F1A8}"/>
              </a:ext>
            </a:extLst>
          </p:cNvPr>
          <p:cNvCxnSpPr>
            <a:cxnSpLocks/>
          </p:cNvCxnSpPr>
          <p:nvPr/>
        </p:nvCxnSpPr>
        <p:spPr>
          <a:xfrm>
            <a:off x="5667439" y="3583897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1015FC-6EC7-8ADB-A76E-563D3E35466A}"/>
              </a:ext>
            </a:extLst>
          </p:cNvPr>
          <p:cNvCxnSpPr>
            <a:cxnSpLocks/>
          </p:cNvCxnSpPr>
          <p:nvPr/>
        </p:nvCxnSpPr>
        <p:spPr>
          <a:xfrm flipH="1">
            <a:off x="6207332" y="3583897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C031DB-FE22-5210-C634-352FDBB76BC8}"/>
              </a:ext>
            </a:extLst>
          </p:cNvPr>
          <p:cNvCxnSpPr>
            <a:cxnSpLocks/>
          </p:cNvCxnSpPr>
          <p:nvPr/>
        </p:nvCxnSpPr>
        <p:spPr>
          <a:xfrm>
            <a:off x="6033199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DEB5C9-AAAC-E90C-AE80-F7DB1F40DDE5}"/>
              </a:ext>
            </a:extLst>
          </p:cNvPr>
          <p:cNvCxnSpPr>
            <a:cxnSpLocks/>
          </p:cNvCxnSpPr>
          <p:nvPr/>
        </p:nvCxnSpPr>
        <p:spPr>
          <a:xfrm>
            <a:off x="6201930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3839FCBE-8840-EF5B-3693-DA23C3F92395}"/>
              </a:ext>
            </a:extLst>
          </p:cNvPr>
          <p:cNvSpPr/>
          <p:nvPr/>
        </p:nvSpPr>
        <p:spPr>
          <a:xfrm rot="5400000">
            <a:off x="6060374" y="3244483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0263ABD1-2925-B0D8-CF29-82EB9F845FC6}"/>
              </a:ext>
            </a:extLst>
          </p:cNvPr>
          <p:cNvSpPr/>
          <p:nvPr/>
        </p:nvSpPr>
        <p:spPr>
          <a:xfrm rot="16200000">
            <a:off x="6065815" y="3533594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2A9222-E801-BD5A-CF6A-6FE50C2A20B2}"/>
              </a:ext>
            </a:extLst>
          </p:cNvPr>
          <p:cNvSpPr txBox="1"/>
          <p:nvPr/>
        </p:nvSpPr>
        <p:spPr>
          <a:xfrm>
            <a:off x="7199451" y="3446843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F3971A-E7F4-1BD8-8D50-9905FBD51F1F}"/>
              </a:ext>
            </a:extLst>
          </p:cNvPr>
          <p:cNvSpPr txBox="1"/>
          <p:nvPr/>
        </p:nvSpPr>
        <p:spPr>
          <a:xfrm>
            <a:off x="5682169" y="2975062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D00DAFBD-1A91-5765-A760-AD27E63AA588}"/>
              </a:ext>
            </a:extLst>
          </p:cNvPr>
          <p:cNvSpPr/>
          <p:nvPr/>
        </p:nvSpPr>
        <p:spPr>
          <a:xfrm>
            <a:off x="3317387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41605E-AC45-6D8F-6A7E-F824F8DA3587}"/>
              </a:ext>
            </a:extLst>
          </p:cNvPr>
          <p:cNvSpPr/>
          <p:nvPr/>
        </p:nvSpPr>
        <p:spPr>
          <a:xfrm>
            <a:off x="8305070" y="3529033"/>
            <a:ext cx="109728" cy="109728"/>
          </a:xfrm>
          <a:prstGeom prst="ellipse">
            <a:avLst/>
          </a:prstGeom>
          <a:solidFill>
            <a:srgbClr val="EC8A00"/>
          </a:solidFill>
          <a:ln>
            <a:solidFill>
              <a:srgbClr val="B16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99A61A7F-EAFD-2ED8-7599-4925AF782EFC}"/>
              </a:ext>
            </a:extLst>
          </p:cNvPr>
          <p:cNvSpPr/>
          <p:nvPr/>
        </p:nvSpPr>
        <p:spPr>
          <a:xfrm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D7599985-1F45-7E5F-05DE-1C25E2A38085}"/>
              </a:ext>
            </a:extLst>
          </p:cNvPr>
          <p:cNvSpPr/>
          <p:nvPr/>
        </p:nvSpPr>
        <p:spPr>
          <a:xfrm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64D3F650-549A-E207-D781-3F8FFB4CE6FE}"/>
              </a:ext>
            </a:extLst>
          </p:cNvPr>
          <p:cNvSpPr/>
          <p:nvPr/>
        </p:nvSpPr>
        <p:spPr>
          <a:xfrm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3CF101C9-B08E-A951-D010-37553BAEC7CD}"/>
              </a:ext>
            </a:extLst>
          </p:cNvPr>
          <p:cNvSpPr/>
          <p:nvPr/>
        </p:nvSpPr>
        <p:spPr>
          <a:xfrm rot="10800000"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183CCDA-F6C2-A5F9-D655-994BE3313619}"/>
              </a:ext>
            </a:extLst>
          </p:cNvPr>
          <p:cNvSpPr/>
          <p:nvPr/>
        </p:nvSpPr>
        <p:spPr>
          <a:xfrm rot="10800000"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FDC3F5D9-7373-E165-FA0D-F5B0623DB5E6}"/>
              </a:ext>
            </a:extLst>
          </p:cNvPr>
          <p:cNvSpPr/>
          <p:nvPr/>
        </p:nvSpPr>
        <p:spPr>
          <a:xfrm rot="10800000"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F242C7-8D98-7AAA-6CFC-E67659E3781B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005722" y="3583897"/>
            <a:ext cx="311665" cy="0"/>
          </a:xfrm>
          <a:prstGeom prst="straightConnector1">
            <a:avLst/>
          </a:prstGeom>
          <a:ln w="38100">
            <a:solidFill>
              <a:srgbClr val="EC8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/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𝐸𝑥𝑐𝑖𝑡𝑎𝑡𝑖𝑜𝑛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blipFill>
                <a:blip r:embed="rId3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/>
              <p:nvPr/>
            </p:nvSpPr>
            <p:spPr>
              <a:xfrm>
                <a:off x="4186109" y="4900259"/>
                <a:ext cx="39535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𝐼𝑛𝑡𝑒𝑟𝑓𝑎𝑐𝑒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𝑐𝑜𝑚𝑝𝑜𝑛𝑒𝑛𝑡𝑠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𝐷𝑂𝐹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109" y="4900259"/>
                <a:ext cx="3953597" cy="338554"/>
              </a:xfrm>
              <a:prstGeom prst="rect">
                <a:avLst/>
              </a:prstGeom>
              <a:blipFill>
                <a:blip r:embed="rId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FFABB96-C2E7-2EBA-1E56-D8D9399C167D}"/>
              </a:ext>
            </a:extLst>
          </p:cNvPr>
          <p:cNvCxnSpPr>
            <a:stCxn id="47" idx="0"/>
          </p:cNvCxnSpPr>
          <p:nvPr/>
        </p:nvCxnSpPr>
        <p:spPr>
          <a:xfrm flipH="1" flipV="1">
            <a:off x="5682169" y="3751757"/>
            <a:ext cx="480739" cy="11485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718B34-B331-E320-8B6B-1F51C36BC86A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6162908" y="3721057"/>
            <a:ext cx="469206" cy="11792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/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𝑃𝑎𝑦𝑙𝑜𝑎𝑑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B20DA37-7363-C276-157A-DC6FD360B937}"/>
              </a:ext>
            </a:extLst>
          </p:cNvPr>
          <p:cNvCxnSpPr>
            <a:cxnSpLocks/>
          </p:cNvCxnSpPr>
          <p:nvPr/>
        </p:nvCxnSpPr>
        <p:spPr>
          <a:xfrm flipH="1" flipV="1">
            <a:off x="8485112" y="3826530"/>
            <a:ext cx="801501" cy="415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4717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4A0D4C8B-9EC3-C08F-BE23-BA0C74B2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735" y="2572982"/>
            <a:ext cx="2097312" cy="2029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TPA and One-way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C1B3B-A56B-74A2-67E9-A1DEEDF2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4" y="3859474"/>
            <a:ext cx="2037602" cy="203278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69D1E6C-2B7C-F616-BBCC-5201E252A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047" y="3890933"/>
            <a:ext cx="1832743" cy="202996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69C9E2E-4D85-5ECF-CE0B-49F6AA4B7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309" y="4317349"/>
            <a:ext cx="2697651" cy="1399573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9FBD516-B7C2-82C1-E198-E52B60165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787" y="2696161"/>
            <a:ext cx="2585472" cy="1399573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6C838CD-3525-027A-1132-EE53125EB300}"/>
              </a:ext>
            </a:extLst>
          </p:cNvPr>
          <p:cNvSpPr/>
          <p:nvPr/>
        </p:nvSpPr>
        <p:spPr>
          <a:xfrm>
            <a:off x="310392" y="2119770"/>
            <a:ext cx="6123963" cy="3937081"/>
          </a:xfrm>
          <a:custGeom>
            <a:avLst/>
            <a:gdLst>
              <a:gd name="connsiteX0" fmla="*/ 0 w 6123963"/>
              <a:gd name="connsiteY0" fmla="*/ 245123 h 3937081"/>
              <a:gd name="connsiteX1" fmla="*/ 245123 w 6123963"/>
              <a:gd name="connsiteY1" fmla="*/ 0 h 3937081"/>
              <a:gd name="connsiteX2" fmla="*/ 983766 w 6123963"/>
              <a:gd name="connsiteY2" fmla="*/ 0 h 3937081"/>
              <a:gd name="connsiteX3" fmla="*/ 1553397 w 6123963"/>
              <a:gd name="connsiteY3" fmla="*/ 0 h 3937081"/>
              <a:gd name="connsiteX4" fmla="*/ 2066691 w 6123963"/>
              <a:gd name="connsiteY4" fmla="*/ 0 h 3937081"/>
              <a:gd name="connsiteX5" fmla="*/ 2579986 w 6123963"/>
              <a:gd name="connsiteY5" fmla="*/ 0 h 3937081"/>
              <a:gd name="connsiteX6" fmla="*/ 3093280 w 6123963"/>
              <a:gd name="connsiteY6" fmla="*/ 0 h 3937081"/>
              <a:gd name="connsiteX7" fmla="*/ 3775586 w 6123963"/>
              <a:gd name="connsiteY7" fmla="*/ 0 h 3937081"/>
              <a:gd name="connsiteX8" fmla="*/ 4288880 w 6123963"/>
              <a:gd name="connsiteY8" fmla="*/ 0 h 3937081"/>
              <a:gd name="connsiteX9" fmla="*/ 4914848 w 6123963"/>
              <a:gd name="connsiteY9" fmla="*/ 0 h 3937081"/>
              <a:gd name="connsiteX10" fmla="*/ 5878840 w 6123963"/>
              <a:gd name="connsiteY10" fmla="*/ 0 h 3937081"/>
              <a:gd name="connsiteX11" fmla="*/ 6123963 w 6123963"/>
              <a:gd name="connsiteY11" fmla="*/ 245123 h 3937081"/>
              <a:gd name="connsiteX12" fmla="*/ 6123963 w 6123963"/>
              <a:gd name="connsiteY12" fmla="*/ 900022 h 3937081"/>
              <a:gd name="connsiteX13" fmla="*/ 6123963 w 6123963"/>
              <a:gd name="connsiteY13" fmla="*/ 1520452 h 3937081"/>
              <a:gd name="connsiteX14" fmla="*/ 6123963 w 6123963"/>
              <a:gd name="connsiteY14" fmla="*/ 2175351 h 3937081"/>
              <a:gd name="connsiteX15" fmla="*/ 6123963 w 6123963"/>
              <a:gd name="connsiteY15" fmla="*/ 2864718 h 3937081"/>
              <a:gd name="connsiteX16" fmla="*/ 6123963 w 6123963"/>
              <a:gd name="connsiteY16" fmla="*/ 3691958 h 3937081"/>
              <a:gd name="connsiteX17" fmla="*/ 5878840 w 6123963"/>
              <a:gd name="connsiteY17" fmla="*/ 3937081 h 3937081"/>
              <a:gd name="connsiteX18" fmla="*/ 5140197 w 6123963"/>
              <a:gd name="connsiteY18" fmla="*/ 3937081 h 3937081"/>
              <a:gd name="connsiteX19" fmla="*/ 4683240 w 6123963"/>
              <a:gd name="connsiteY19" fmla="*/ 3937081 h 3937081"/>
              <a:gd name="connsiteX20" fmla="*/ 4000934 w 6123963"/>
              <a:gd name="connsiteY20" fmla="*/ 3937081 h 3937081"/>
              <a:gd name="connsiteX21" fmla="*/ 3431303 w 6123963"/>
              <a:gd name="connsiteY21" fmla="*/ 3937081 h 3937081"/>
              <a:gd name="connsiteX22" fmla="*/ 2861672 w 6123963"/>
              <a:gd name="connsiteY22" fmla="*/ 3937081 h 3937081"/>
              <a:gd name="connsiteX23" fmla="*/ 2292040 w 6123963"/>
              <a:gd name="connsiteY23" fmla="*/ 3937081 h 3937081"/>
              <a:gd name="connsiteX24" fmla="*/ 1553397 w 6123963"/>
              <a:gd name="connsiteY24" fmla="*/ 3937081 h 3937081"/>
              <a:gd name="connsiteX25" fmla="*/ 1096440 w 6123963"/>
              <a:gd name="connsiteY25" fmla="*/ 3937081 h 3937081"/>
              <a:gd name="connsiteX26" fmla="*/ 245123 w 6123963"/>
              <a:gd name="connsiteY26" fmla="*/ 3937081 h 3937081"/>
              <a:gd name="connsiteX27" fmla="*/ 0 w 6123963"/>
              <a:gd name="connsiteY27" fmla="*/ 3691958 h 3937081"/>
              <a:gd name="connsiteX28" fmla="*/ 0 w 6123963"/>
              <a:gd name="connsiteY28" fmla="*/ 3105996 h 3937081"/>
              <a:gd name="connsiteX29" fmla="*/ 0 w 6123963"/>
              <a:gd name="connsiteY29" fmla="*/ 2382161 h 3937081"/>
              <a:gd name="connsiteX30" fmla="*/ 0 w 6123963"/>
              <a:gd name="connsiteY30" fmla="*/ 1692794 h 3937081"/>
              <a:gd name="connsiteX31" fmla="*/ 0 w 6123963"/>
              <a:gd name="connsiteY31" fmla="*/ 934490 h 3937081"/>
              <a:gd name="connsiteX32" fmla="*/ 0 w 6123963"/>
              <a:gd name="connsiteY32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123963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566813" y="-21524"/>
                  <a:pt x="687393" y="7177"/>
                  <a:pt x="983766" y="0"/>
                </a:cubicBezTo>
                <a:cubicBezTo>
                  <a:pt x="1280139" y="-7177"/>
                  <a:pt x="1291179" y="-14881"/>
                  <a:pt x="1553397" y="0"/>
                </a:cubicBezTo>
                <a:cubicBezTo>
                  <a:pt x="1815615" y="14881"/>
                  <a:pt x="1822542" y="7067"/>
                  <a:pt x="2066691" y="0"/>
                </a:cubicBezTo>
                <a:cubicBezTo>
                  <a:pt x="2310840" y="-7067"/>
                  <a:pt x="2389179" y="-24048"/>
                  <a:pt x="2579986" y="0"/>
                </a:cubicBezTo>
                <a:cubicBezTo>
                  <a:pt x="2770794" y="24048"/>
                  <a:pt x="2989606" y="25360"/>
                  <a:pt x="3093280" y="0"/>
                </a:cubicBezTo>
                <a:cubicBezTo>
                  <a:pt x="3196954" y="-25360"/>
                  <a:pt x="3591070" y="-379"/>
                  <a:pt x="3775586" y="0"/>
                </a:cubicBezTo>
                <a:cubicBezTo>
                  <a:pt x="3960102" y="379"/>
                  <a:pt x="4079861" y="-17218"/>
                  <a:pt x="4288880" y="0"/>
                </a:cubicBezTo>
                <a:cubicBezTo>
                  <a:pt x="4497899" y="17218"/>
                  <a:pt x="4744975" y="26316"/>
                  <a:pt x="4914848" y="0"/>
                </a:cubicBezTo>
                <a:cubicBezTo>
                  <a:pt x="5084721" y="-26316"/>
                  <a:pt x="5470784" y="-18597"/>
                  <a:pt x="5878840" y="0"/>
                </a:cubicBezTo>
                <a:cubicBezTo>
                  <a:pt x="5993975" y="-24658"/>
                  <a:pt x="6127146" y="107676"/>
                  <a:pt x="6123963" y="245123"/>
                </a:cubicBezTo>
                <a:cubicBezTo>
                  <a:pt x="6134845" y="544534"/>
                  <a:pt x="6098163" y="755317"/>
                  <a:pt x="6123963" y="900022"/>
                </a:cubicBezTo>
                <a:cubicBezTo>
                  <a:pt x="6149763" y="1044727"/>
                  <a:pt x="6153554" y="1255359"/>
                  <a:pt x="6123963" y="1520452"/>
                </a:cubicBezTo>
                <a:cubicBezTo>
                  <a:pt x="6094373" y="1785545"/>
                  <a:pt x="6153658" y="1988072"/>
                  <a:pt x="6123963" y="2175351"/>
                </a:cubicBezTo>
                <a:cubicBezTo>
                  <a:pt x="6094268" y="2362630"/>
                  <a:pt x="6128369" y="2535562"/>
                  <a:pt x="6123963" y="2864718"/>
                </a:cubicBezTo>
                <a:cubicBezTo>
                  <a:pt x="6119557" y="3193874"/>
                  <a:pt x="6106947" y="3353190"/>
                  <a:pt x="6123963" y="3691958"/>
                </a:cubicBezTo>
                <a:cubicBezTo>
                  <a:pt x="6154384" y="3812605"/>
                  <a:pt x="6010771" y="3934889"/>
                  <a:pt x="5878840" y="3937081"/>
                </a:cubicBezTo>
                <a:cubicBezTo>
                  <a:pt x="5614622" y="3910642"/>
                  <a:pt x="5332624" y="3926079"/>
                  <a:pt x="5140197" y="3937081"/>
                </a:cubicBezTo>
                <a:cubicBezTo>
                  <a:pt x="4947770" y="3948083"/>
                  <a:pt x="4808517" y="3917499"/>
                  <a:pt x="4683240" y="3937081"/>
                </a:cubicBezTo>
                <a:cubicBezTo>
                  <a:pt x="4557963" y="3956663"/>
                  <a:pt x="4180087" y="3932952"/>
                  <a:pt x="4000934" y="3937081"/>
                </a:cubicBezTo>
                <a:cubicBezTo>
                  <a:pt x="3821781" y="3941210"/>
                  <a:pt x="3679587" y="3930937"/>
                  <a:pt x="3431303" y="3937081"/>
                </a:cubicBezTo>
                <a:cubicBezTo>
                  <a:pt x="3183019" y="3943225"/>
                  <a:pt x="3038094" y="3911759"/>
                  <a:pt x="2861672" y="3937081"/>
                </a:cubicBezTo>
                <a:cubicBezTo>
                  <a:pt x="2685250" y="3962403"/>
                  <a:pt x="2547487" y="3914945"/>
                  <a:pt x="2292040" y="3937081"/>
                </a:cubicBezTo>
                <a:cubicBezTo>
                  <a:pt x="2036593" y="3959217"/>
                  <a:pt x="1899695" y="3953746"/>
                  <a:pt x="1553397" y="3937081"/>
                </a:cubicBezTo>
                <a:cubicBezTo>
                  <a:pt x="1207099" y="3920416"/>
                  <a:pt x="1320279" y="3926720"/>
                  <a:pt x="1096440" y="3937081"/>
                </a:cubicBezTo>
                <a:cubicBezTo>
                  <a:pt x="872601" y="3947442"/>
                  <a:pt x="582357" y="3919626"/>
                  <a:pt x="245123" y="3937081"/>
                </a:cubicBezTo>
                <a:cubicBezTo>
                  <a:pt x="114746" y="3936688"/>
                  <a:pt x="11728" y="3834881"/>
                  <a:pt x="0" y="3691958"/>
                </a:cubicBezTo>
                <a:cubicBezTo>
                  <a:pt x="-28912" y="3448638"/>
                  <a:pt x="1322" y="3393311"/>
                  <a:pt x="0" y="3105996"/>
                </a:cubicBezTo>
                <a:cubicBezTo>
                  <a:pt x="-1322" y="2818681"/>
                  <a:pt x="-4409" y="2729384"/>
                  <a:pt x="0" y="2382161"/>
                </a:cubicBezTo>
                <a:cubicBezTo>
                  <a:pt x="4409" y="2034939"/>
                  <a:pt x="19819" y="1992224"/>
                  <a:pt x="0" y="1692794"/>
                </a:cubicBezTo>
                <a:cubicBezTo>
                  <a:pt x="-19819" y="1393364"/>
                  <a:pt x="-36546" y="1300227"/>
                  <a:pt x="0" y="934490"/>
                </a:cubicBezTo>
                <a:cubicBezTo>
                  <a:pt x="36546" y="568753"/>
                  <a:pt x="27756" y="405729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F4134A-FEA2-65C6-FB0E-BEE3E1430B6D}"/>
              </a:ext>
            </a:extLst>
          </p:cNvPr>
          <p:cNvSpPr txBox="1"/>
          <p:nvPr/>
        </p:nvSpPr>
        <p:spPr>
          <a:xfrm>
            <a:off x="1350624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Propulsion System Only Information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C7FBBCF-C4E5-F6FD-E1B9-3157F4A5CEF1}"/>
              </a:ext>
            </a:extLst>
          </p:cNvPr>
          <p:cNvSpPr/>
          <p:nvPr/>
        </p:nvSpPr>
        <p:spPr>
          <a:xfrm>
            <a:off x="6635691" y="2119769"/>
            <a:ext cx="4792911" cy="3937081"/>
          </a:xfrm>
          <a:custGeom>
            <a:avLst/>
            <a:gdLst>
              <a:gd name="connsiteX0" fmla="*/ 0 w 4792911"/>
              <a:gd name="connsiteY0" fmla="*/ 245123 h 3937081"/>
              <a:gd name="connsiteX1" fmla="*/ 245123 w 4792911"/>
              <a:gd name="connsiteY1" fmla="*/ 0 h 3937081"/>
              <a:gd name="connsiteX2" fmla="*/ 945843 w 4792911"/>
              <a:gd name="connsiteY2" fmla="*/ 0 h 3937081"/>
              <a:gd name="connsiteX3" fmla="*/ 1517483 w 4792911"/>
              <a:gd name="connsiteY3" fmla="*/ 0 h 3937081"/>
              <a:gd name="connsiteX4" fmla="*/ 2046096 w 4792911"/>
              <a:gd name="connsiteY4" fmla="*/ 0 h 3937081"/>
              <a:gd name="connsiteX5" fmla="*/ 2574709 w 4792911"/>
              <a:gd name="connsiteY5" fmla="*/ 0 h 3937081"/>
              <a:gd name="connsiteX6" fmla="*/ 3103322 w 4792911"/>
              <a:gd name="connsiteY6" fmla="*/ 0 h 3937081"/>
              <a:gd name="connsiteX7" fmla="*/ 3761015 w 4792911"/>
              <a:gd name="connsiteY7" fmla="*/ 0 h 3937081"/>
              <a:gd name="connsiteX8" fmla="*/ 4547788 w 4792911"/>
              <a:gd name="connsiteY8" fmla="*/ 0 h 3937081"/>
              <a:gd name="connsiteX9" fmla="*/ 4792911 w 4792911"/>
              <a:gd name="connsiteY9" fmla="*/ 245123 h 3937081"/>
              <a:gd name="connsiteX10" fmla="*/ 4792911 w 4792911"/>
              <a:gd name="connsiteY10" fmla="*/ 900022 h 3937081"/>
              <a:gd name="connsiteX11" fmla="*/ 4792911 w 4792911"/>
              <a:gd name="connsiteY11" fmla="*/ 1554920 h 3937081"/>
              <a:gd name="connsiteX12" fmla="*/ 4792911 w 4792911"/>
              <a:gd name="connsiteY12" fmla="*/ 2140882 h 3937081"/>
              <a:gd name="connsiteX13" fmla="*/ 4792911 w 4792911"/>
              <a:gd name="connsiteY13" fmla="*/ 2761313 h 3937081"/>
              <a:gd name="connsiteX14" fmla="*/ 4792911 w 4792911"/>
              <a:gd name="connsiteY14" fmla="*/ 3691958 h 3937081"/>
              <a:gd name="connsiteX15" fmla="*/ 4547788 w 4792911"/>
              <a:gd name="connsiteY15" fmla="*/ 3937081 h 3937081"/>
              <a:gd name="connsiteX16" fmla="*/ 3890095 w 4792911"/>
              <a:gd name="connsiteY16" fmla="*/ 3937081 h 3937081"/>
              <a:gd name="connsiteX17" fmla="*/ 3318455 w 4792911"/>
              <a:gd name="connsiteY17" fmla="*/ 3937081 h 3937081"/>
              <a:gd name="connsiteX18" fmla="*/ 2660762 w 4792911"/>
              <a:gd name="connsiteY18" fmla="*/ 3937081 h 3937081"/>
              <a:gd name="connsiteX19" fmla="*/ 2175176 w 4792911"/>
              <a:gd name="connsiteY19" fmla="*/ 3937081 h 3937081"/>
              <a:gd name="connsiteX20" fmla="*/ 1517483 w 4792911"/>
              <a:gd name="connsiteY20" fmla="*/ 3937081 h 3937081"/>
              <a:gd name="connsiteX21" fmla="*/ 945843 w 4792911"/>
              <a:gd name="connsiteY21" fmla="*/ 3937081 h 3937081"/>
              <a:gd name="connsiteX22" fmla="*/ 245123 w 4792911"/>
              <a:gd name="connsiteY22" fmla="*/ 3937081 h 3937081"/>
              <a:gd name="connsiteX23" fmla="*/ 0 w 4792911"/>
              <a:gd name="connsiteY23" fmla="*/ 3691958 h 3937081"/>
              <a:gd name="connsiteX24" fmla="*/ 0 w 4792911"/>
              <a:gd name="connsiteY24" fmla="*/ 3071528 h 3937081"/>
              <a:gd name="connsiteX25" fmla="*/ 0 w 4792911"/>
              <a:gd name="connsiteY25" fmla="*/ 2382161 h 3937081"/>
              <a:gd name="connsiteX26" fmla="*/ 0 w 4792911"/>
              <a:gd name="connsiteY26" fmla="*/ 1692794 h 3937081"/>
              <a:gd name="connsiteX27" fmla="*/ 0 w 4792911"/>
              <a:gd name="connsiteY27" fmla="*/ 1072363 h 3937081"/>
              <a:gd name="connsiteX28" fmla="*/ 0 w 4792911"/>
              <a:gd name="connsiteY28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792911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453123" y="18075"/>
                  <a:pt x="755479" y="10932"/>
                  <a:pt x="945843" y="0"/>
                </a:cubicBezTo>
                <a:cubicBezTo>
                  <a:pt x="1136207" y="-10932"/>
                  <a:pt x="1251887" y="26482"/>
                  <a:pt x="1517483" y="0"/>
                </a:cubicBezTo>
                <a:cubicBezTo>
                  <a:pt x="1783079" y="-26482"/>
                  <a:pt x="1921035" y="-13904"/>
                  <a:pt x="2046096" y="0"/>
                </a:cubicBezTo>
                <a:cubicBezTo>
                  <a:pt x="2171157" y="13904"/>
                  <a:pt x="2348548" y="-8806"/>
                  <a:pt x="2574709" y="0"/>
                </a:cubicBezTo>
                <a:cubicBezTo>
                  <a:pt x="2800870" y="8806"/>
                  <a:pt x="2945803" y="7326"/>
                  <a:pt x="3103322" y="0"/>
                </a:cubicBezTo>
                <a:cubicBezTo>
                  <a:pt x="3260841" y="-7326"/>
                  <a:pt x="3456182" y="18350"/>
                  <a:pt x="3761015" y="0"/>
                </a:cubicBezTo>
                <a:cubicBezTo>
                  <a:pt x="4065848" y="-18350"/>
                  <a:pt x="4228316" y="-36511"/>
                  <a:pt x="4547788" y="0"/>
                </a:cubicBezTo>
                <a:cubicBezTo>
                  <a:pt x="4683659" y="-5848"/>
                  <a:pt x="4802471" y="103527"/>
                  <a:pt x="4792911" y="245123"/>
                </a:cubicBezTo>
                <a:cubicBezTo>
                  <a:pt x="4797346" y="457189"/>
                  <a:pt x="4816624" y="591309"/>
                  <a:pt x="4792911" y="900022"/>
                </a:cubicBezTo>
                <a:cubicBezTo>
                  <a:pt x="4769198" y="1208735"/>
                  <a:pt x="4776453" y="1348477"/>
                  <a:pt x="4792911" y="1554920"/>
                </a:cubicBezTo>
                <a:cubicBezTo>
                  <a:pt x="4809369" y="1761363"/>
                  <a:pt x="4783397" y="1864777"/>
                  <a:pt x="4792911" y="2140882"/>
                </a:cubicBezTo>
                <a:cubicBezTo>
                  <a:pt x="4802425" y="2416987"/>
                  <a:pt x="4764546" y="2493878"/>
                  <a:pt x="4792911" y="2761313"/>
                </a:cubicBezTo>
                <a:cubicBezTo>
                  <a:pt x="4821276" y="3028748"/>
                  <a:pt x="4802995" y="3475152"/>
                  <a:pt x="4792911" y="3691958"/>
                </a:cubicBezTo>
                <a:cubicBezTo>
                  <a:pt x="4807611" y="3817434"/>
                  <a:pt x="4675349" y="3944732"/>
                  <a:pt x="4547788" y="3937081"/>
                </a:cubicBezTo>
                <a:cubicBezTo>
                  <a:pt x="4345921" y="3955944"/>
                  <a:pt x="4045757" y="3934310"/>
                  <a:pt x="3890095" y="3937081"/>
                </a:cubicBezTo>
                <a:cubicBezTo>
                  <a:pt x="3734433" y="3939852"/>
                  <a:pt x="3575556" y="3942262"/>
                  <a:pt x="3318455" y="3937081"/>
                </a:cubicBezTo>
                <a:cubicBezTo>
                  <a:pt x="3061354" y="3931900"/>
                  <a:pt x="2814037" y="3919208"/>
                  <a:pt x="2660762" y="3937081"/>
                </a:cubicBezTo>
                <a:cubicBezTo>
                  <a:pt x="2507487" y="3954954"/>
                  <a:pt x="2360289" y="3931994"/>
                  <a:pt x="2175176" y="3937081"/>
                </a:cubicBezTo>
                <a:cubicBezTo>
                  <a:pt x="1990063" y="3942168"/>
                  <a:pt x="1675721" y="3925386"/>
                  <a:pt x="1517483" y="3937081"/>
                </a:cubicBezTo>
                <a:cubicBezTo>
                  <a:pt x="1359245" y="3948776"/>
                  <a:pt x="1105547" y="3962346"/>
                  <a:pt x="945843" y="3937081"/>
                </a:cubicBezTo>
                <a:cubicBezTo>
                  <a:pt x="786139" y="3911816"/>
                  <a:pt x="574641" y="3921337"/>
                  <a:pt x="245123" y="3937081"/>
                </a:cubicBezTo>
                <a:cubicBezTo>
                  <a:pt x="112211" y="3930600"/>
                  <a:pt x="-5376" y="3856563"/>
                  <a:pt x="0" y="3691958"/>
                </a:cubicBezTo>
                <a:cubicBezTo>
                  <a:pt x="25589" y="3556407"/>
                  <a:pt x="-2892" y="3328416"/>
                  <a:pt x="0" y="3071528"/>
                </a:cubicBezTo>
                <a:cubicBezTo>
                  <a:pt x="2892" y="2814640"/>
                  <a:pt x="-17416" y="2567633"/>
                  <a:pt x="0" y="2382161"/>
                </a:cubicBezTo>
                <a:cubicBezTo>
                  <a:pt x="17416" y="2196689"/>
                  <a:pt x="19615" y="2017637"/>
                  <a:pt x="0" y="1692794"/>
                </a:cubicBezTo>
                <a:cubicBezTo>
                  <a:pt x="-19615" y="1367951"/>
                  <a:pt x="-2117" y="1270018"/>
                  <a:pt x="0" y="1072363"/>
                </a:cubicBezTo>
                <a:cubicBezTo>
                  <a:pt x="2117" y="874708"/>
                  <a:pt x="24126" y="558805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5C25656-2761-1BDF-E3A1-48456C9256D2}"/>
              </a:ext>
            </a:extLst>
          </p:cNvPr>
          <p:cNvSpPr txBox="1"/>
          <p:nvPr/>
        </p:nvSpPr>
        <p:spPr>
          <a:xfrm>
            <a:off x="7010397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Payload Only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/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blipFill>
                <a:blip r:embed="rId8"/>
                <a:stretch>
                  <a:fillRect l="-985" b="-68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91036A4-FA5E-24C1-EEBC-7761FDB4363D}"/>
              </a:ext>
            </a:extLst>
          </p:cNvPr>
          <p:cNvSpPr/>
          <p:nvPr/>
        </p:nvSpPr>
        <p:spPr>
          <a:xfrm>
            <a:off x="2583809" y="3271706"/>
            <a:ext cx="1560352" cy="335560"/>
          </a:xfrm>
          <a:custGeom>
            <a:avLst/>
            <a:gdLst>
              <a:gd name="connsiteX0" fmla="*/ 0 w 1560352"/>
              <a:gd name="connsiteY0" fmla="*/ 335560 h 335560"/>
              <a:gd name="connsiteX1" fmla="*/ 67112 w 1560352"/>
              <a:gd name="connsiteY1" fmla="*/ 318782 h 335560"/>
              <a:gd name="connsiteX2" fmla="*/ 142613 w 1560352"/>
              <a:gd name="connsiteY2" fmla="*/ 310393 h 335560"/>
              <a:gd name="connsiteX3" fmla="*/ 243281 w 1560352"/>
              <a:gd name="connsiteY3" fmla="*/ 276837 h 335560"/>
              <a:gd name="connsiteX4" fmla="*/ 276837 w 1560352"/>
              <a:gd name="connsiteY4" fmla="*/ 251670 h 335560"/>
              <a:gd name="connsiteX5" fmla="*/ 352338 w 1560352"/>
              <a:gd name="connsiteY5" fmla="*/ 209725 h 335560"/>
              <a:gd name="connsiteX6" fmla="*/ 419450 w 1560352"/>
              <a:gd name="connsiteY6" fmla="*/ 159391 h 335560"/>
              <a:gd name="connsiteX7" fmla="*/ 469784 w 1560352"/>
              <a:gd name="connsiteY7" fmla="*/ 117446 h 335560"/>
              <a:gd name="connsiteX8" fmla="*/ 494951 w 1560352"/>
              <a:gd name="connsiteY8" fmla="*/ 109057 h 335560"/>
              <a:gd name="connsiteX9" fmla="*/ 562063 w 1560352"/>
              <a:gd name="connsiteY9" fmla="*/ 58723 h 335560"/>
              <a:gd name="connsiteX10" fmla="*/ 620785 w 1560352"/>
              <a:gd name="connsiteY10" fmla="*/ 41945 h 335560"/>
              <a:gd name="connsiteX11" fmla="*/ 696286 w 1560352"/>
              <a:gd name="connsiteY11" fmla="*/ 16778 h 335560"/>
              <a:gd name="connsiteX12" fmla="*/ 721453 w 1560352"/>
              <a:gd name="connsiteY12" fmla="*/ 8389 h 335560"/>
              <a:gd name="connsiteX13" fmla="*/ 763398 w 1560352"/>
              <a:gd name="connsiteY13" fmla="*/ 0 h 335560"/>
              <a:gd name="connsiteX14" fmla="*/ 1132514 w 1560352"/>
              <a:gd name="connsiteY14" fmla="*/ 8389 h 335560"/>
              <a:gd name="connsiteX15" fmla="*/ 1216404 w 1560352"/>
              <a:gd name="connsiteY15" fmla="*/ 33556 h 335560"/>
              <a:gd name="connsiteX16" fmla="*/ 1283516 w 1560352"/>
              <a:gd name="connsiteY16" fmla="*/ 58723 h 335560"/>
              <a:gd name="connsiteX17" fmla="*/ 1333850 w 1560352"/>
              <a:gd name="connsiteY17" fmla="*/ 75501 h 335560"/>
              <a:gd name="connsiteX18" fmla="*/ 1392573 w 1560352"/>
              <a:gd name="connsiteY18" fmla="*/ 109057 h 335560"/>
              <a:gd name="connsiteX19" fmla="*/ 1459685 w 1560352"/>
              <a:gd name="connsiteY19" fmla="*/ 142613 h 335560"/>
              <a:gd name="connsiteX20" fmla="*/ 1535185 w 1560352"/>
              <a:gd name="connsiteY20" fmla="*/ 151002 h 335560"/>
              <a:gd name="connsiteX21" fmla="*/ 1560352 w 1560352"/>
              <a:gd name="connsiteY21" fmla="*/ 167780 h 33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60352" h="335560">
                <a:moveTo>
                  <a:pt x="0" y="335560"/>
                </a:moveTo>
                <a:cubicBezTo>
                  <a:pt x="22371" y="329967"/>
                  <a:pt x="44404" y="322789"/>
                  <a:pt x="67112" y="318782"/>
                </a:cubicBezTo>
                <a:cubicBezTo>
                  <a:pt x="92049" y="314381"/>
                  <a:pt x="117980" y="316258"/>
                  <a:pt x="142613" y="310393"/>
                </a:cubicBezTo>
                <a:cubicBezTo>
                  <a:pt x="177022" y="302200"/>
                  <a:pt x="243281" y="276837"/>
                  <a:pt x="243281" y="276837"/>
                </a:cubicBezTo>
                <a:cubicBezTo>
                  <a:pt x="254466" y="268448"/>
                  <a:pt x="264981" y="259080"/>
                  <a:pt x="276837" y="251670"/>
                </a:cubicBezTo>
                <a:cubicBezTo>
                  <a:pt x="358981" y="200330"/>
                  <a:pt x="255334" y="276882"/>
                  <a:pt x="352338" y="209725"/>
                </a:cubicBezTo>
                <a:cubicBezTo>
                  <a:pt x="375329" y="193808"/>
                  <a:pt x="397968" y="177293"/>
                  <a:pt x="419450" y="159391"/>
                </a:cubicBezTo>
                <a:cubicBezTo>
                  <a:pt x="436228" y="145409"/>
                  <a:pt x="451612" y="129561"/>
                  <a:pt x="469784" y="117446"/>
                </a:cubicBezTo>
                <a:cubicBezTo>
                  <a:pt x="477142" y="112541"/>
                  <a:pt x="486562" y="111853"/>
                  <a:pt x="494951" y="109057"/>
                </a:cubicBezTo>
                <a:cubicBezTo>
                  <a:pt x="524063" y="79945"/>
                  <a:pt x="520368" y="79570"/>
                  <a:pt x="562063" y="58723"/>
                </a:cubicBezTo>
                <a:cubicBezTo>
                  <a:pt x="576158" y="51675"/>
                  <a:pt x="607347" y="45976"/>
                  <a:pt x="620785" y="41945"/>
                </a:cubicBezTo>
                <a:lnTo>
                  <a:pt x="696286" y="16778"/>
                </a:lnTo>
                <a:cubicBezTo>
                  <a:pt x="704675" y="13982"/>
                  <a:pt x="712782" y="10123"/>
                  <a:pt x="721453" y="8389"/>
                </a:cubicBezTo>
                <a:lnTo>
                  <a:pt x="763398" y="0"/>
                </a:lnTo>
                <a:lnTo>
                  <a:pt x="1132514" y="8389"/>
                </a:lnTo>
                <a:cubicBezTo>
                  <a:pt x="1170272" y="9930"/>
                  <a:pt x="1181237" y="21834"/>
                  <a:pt x="1216404" y="33556"/>
                </a:cubicBezTo>
                <a:cubicBezTo>
                  <a:pt x="1379869" y="88044"/>
                  <a:pt x="1111900" y="-9923"/>
                  <a:pt x="1283516" y="58723"/>
                </a:cubicBezTo>
                <a:cubicBezTo>
                  <a:pt x="1299937" y="65291"/>
                  <a:pt x="1333850" y="75501"/>
                  <a:pt x="1333850" y="75501"/>
                </a:cubicBezTo>
                <a:cubicBezTo>
                  <a:pt x="1399409" y="124671"/>
                  <a:pt x="1338375" y="84422"/>
                  <a:pt x="1392573" y="109057"/>
                </a:cubicBezTo>
                <a:cubicBezTo>
                  <a:pt x="1415342" y="119407"/>
                  <a:pt x="1434827" y="139851"/>
                  <a:pt x="1459685" y="142613"/>
                </a:cubicBezTo>
                <a:lnTo>
                  <a:pt x="1535185" y="151002"/>
                </a:lnTo>
                <a:lnTo>
                  <a:pt x="1560352" y="16778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85155EB5-C761-2269-2596-91919C0E6AB4}"/>
              </a:ext>
            </a:extLst>
          </p:cNvPr>
          <p:cNvSpPr/>
          <p:nvPr/>
        </p:nvSpPr>
        <p:spPr>
          <a:xfrm>
            <a:off x="8925886" y="4790114"/>
            <a:ext cx="1224793" cy="226503"/>
          </a:xfrm>
          <a:custGeom>
            <a:avLst/>
            <a:gdLst>
              <a:gd name="connsiteX0" fmla="*/ 0 w 1224793"/>
              <a:gd name="connsiteY0" fmla="*/ 226503 h 226503"/>
              <a:gd name="connsiteX1" fmla="*/ 41945 w 1224793"/>
              <a:gd name="connsiteY1" fmla="*/ 192947 h 226503"/>
              <a:gd name="connsiteX2" fmla="*/ 67112 w 1224793"/>
              <a:gd name="connsiteY2" fmla="*/ 167780 h 226503"/>
              <a:gd name="connsiteX3" fmla="*/ 100668 w 1224793"/>
              <a:gd name="connsiteY3" fmla="*/ 151002 h 226503"/>
              <a:gd name="connsiteX4" fmla="*/ 134224 w 1224793"/>
              <a:gd name="connsiteY4" fmla="*/ 117446 h 226503"/>
              <a:gd name="connsiteX5" fmla="*/ 176169 w 1224793"/>
              <a:gd name="connsiteY5" fmla="*/ 92279 h 226503"/>
              <a:gd name="connsiteX6" fmla="*/ 209725 w 1224793"/>
              <a:gd name="connsiteY6" fmla="*/ 67112 h 226503"/>
              <a:gd name="connsiteX7" fmla="*/ 251670 w 1224793"/>
              <a:gd name="connsiteY7" fmla="*/ 50334 h 226503"/>
              <a:gd name="connsiteX8" fmla="*/ 310393 w 1224793"/>
              <a:gd name="connsiteY8" fmla="*/ 16778 h 226503"/>
              <a:gd name="connsiteX9" fmla="*/ 486562 w 1224793"/>
              <a:gd name="connsiteY9" fmla="*/ 0 h 226503"/>
              <a:gd name="connsiteX10" fmla="*/ 822121 w 1224793"/>
              <a:gd name="connsiteY10" fmla="*/ 8389 h 226503"/>
              <a:gd name="connsiteX11" fmla="*/ 864066 w 1224793"/>
              <a:gd name="connsiteY11" fmla="*/ 16778 h 226503"/>
              <a:gd name="connsiteX12" fmla="*/ 947956 w 1224793"/>
              <a:gd name="connsiteY12" fmla="*/ 58723 h 226503"/>
              <a:gd name="connsiteX13" fmla="*/ 981512 w 1224793"/>
              <a:gd name="connsiteY13" fmla="*/ 75501 h 226503"/>
              <a:gd name="connsiteX14" fmla="*/ 1040235 w 1224793"/>
              <a:gd name="connsiteY14" fmla="*/ 92279 h 226503"/>
              <a:gd name="connsiteX15" fmla="*/ 1082180 w 1224793"/>
              <a:gd name="connsiteY15" fmla="*/ 109057 h 226503"/>
              <a:gd name="connsiteX16" fmla="*/ 1115736 w 1224793"/>
              <a:gd name="connsiteY16" fmla="*/ 117446 h 226503"/>
              <a:gd name="connsiteX17" fmla="*/ 1157681 w 1224793"/>
              <a:gd name="connsiteY17" fmla="*/ 134224 h 226503"/>
              <a:gd name="connsiteX18" fmla="*/ 1224793 w 1224793"/>
              <a:gd name="connsiteY18" fmla="*/ 142613 h 22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24793" h="226503">
                <a:moveTo>
                  <a:pt x="0" y="226503"/>
                </a:moveTo>
                <a:cubicBezTo>
                  <a:pt x="13982" y="215318"/>
                  <a:pt x="28470" y="204738"/>
                  <a:pt x="41945" y="192947"/>
                </a:cubicBezTo>
                <a:cubicBezTo>
                  <a:pt x="50873" y="185135"/>
                  <a:pt x="57458" y="174676"/>
                  <a:pt x="67112" y="167780"/>
                </a:cubicBezTo>
                <a:cubicBezTo>
                  <a:pt x="77288" y="160511"/>
                  <a:pt x="90664" y="158505"/>
                  <a:pt x="100668" y="151002"/>
                </a:cubicBezTo>
                <a:cubicBezTo>
                  <a:pt x="113323" y="141511"/>
                  <a:pt x="121738" y="127158"/>
                  <a:pt x="134224" y="117446"/>
                </a:cubicBezTo>
                <a:cubicBezTo>
                  <a:pt x="147095" y="107436"/>
                  <a:pt x="162602" y="101324"/>
                  <a:pt x="176169" y="92279"/>
                </a:cubicBezTo>
                <a:cubicBezTo>
                  <a:pt x="187802" y="84523"/>
                  <a:pt x="197503" y="73902"/>
                  <a:pt x="209725" y="67112"/>
                </a:cubicBezTo>
                <a:cubicBezTo>
                  <a:pt x="222889" y="59799"/>
                  <a:pt x="238506" y="57647"/>
                  <a:pt x="251670" y="50334"/>
                </a:cubicBezTo>
                <a:cubicBezTo>
                  <a:pt x="291733" y="28077"/>
                  <a:pt x="272321" y="24392"/>
                  <a:pt x="310393" y="16778"/>
                </a:cubicBezTo>
                <a:cubicBezTo>
                  <a:pt x="364602" y="5936"/>
                  <a:pt x="435475" y="3649"/>
                  <a:pt x="486562" y="0"/>
                </a:cubicBezTo>
                <a:lnTo>
                  <a:pt x="822121" y="8389"/>
                </a:lnTo>
                <a:cubicBezTo>
                  <a:pt x="836365" y="9022"/>
                  <a:pt x="850827" y="11483"/>
                  <a:pt x="864066" y="16778"/>
                </a:cubicBezTo>
                <a:cubicBezTo>
                  <a:pt x="893094" y="28389"/>
                  <a:pt x="919993" y="44741"/>
                  <a:pt x="947956" y="58723"/>
                </a:cubicBezTo>
                <a:cubicBezTo>
                  <a:pt x="959141" y="64316"/>
                  <a:pt x="969380" y="72468"/>
                  <a:pt x="981512" y="75501"/>
                </a:cubicBezTo>
                <a:cubicBezTo>
                  <a:pt x="1007955" y="82112"/>
                  <a:pt x="1016165" y="83253"/>
                  <a:pt x="1040235" y="92279"/>
                </a:cubicBezTo>
                <a:cubicBezTo>
                  <a:pt x="1054335" y="97566"/>
                  <a:pt x="1067894" y="104295"/>
                  <a:pt x="1082180" y="109057"/>
                </a:cubicBezTo>
                <a:cubicBezTo>
                  <a:pt x="1093118" y="112703"/>
                  <a:pt x="1104798" y="113800"/>
                  <a:pt x="1115736" y="117446"/>
                </a:cubicBezTo>
                <a:cubicBezTo>
                  <a:pt x="1130022" y="122208"/>
                  <a:pt x="1143153" y="130262"/>
                  <a:pt x="1157681" y="134224"/>
                </a:cubicBezTo>
                <a:cubicBezTo>
                  <a:pt x="1191812" y="143532"/>
                  <a:pt x="1198147" y="142613"/>
                  <a:pt x="1224793" y="142613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/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blipFill>
                <a:blip r:embed="rId9"/>
                <a:stretch>
                  <a:fillRect r="-1863"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/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blipFill>
                <a:blip r:embed="rId10"/>
                <a:stretch>
                  <a:fillRect r="-3077" b="-50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/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blipFill>
                <a:blip r:embed="rId11"/>
                <a:stretch>
                  <a:fillRect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/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blipFill>
                <a:blip r:embed="rId12"/>
                <a:stretch>
                  <a:fillRect r="-1875" b="-51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422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4A0D4C8B-9EC3-C08F-BE23-BA0C74B2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735" y="2572982"/>
            <a:ext cx="2097312" cy="2029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TPA and One-way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C1B3B-A56B-74A2-67E9-A1DEEDF2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4" y="3859474"/>
            <a:ext cx="2037602" cy="203278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69D1E6C-2B7C-F616-BBCC-5201E252A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047" y="3890933"/>
            <a:ext cx="1832743" cy="202996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69C9E2E-4D85-5ECF-CE0B-49F6AA4B7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309" y="4317349"/>
            <a:ext cx="2697651" cy="1399573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9FBD516-B7C2-82C1-E198-E52B60165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787" y="2696161"/>
            <a:ext cx="2585472" cy="1399573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6C838CD-3525-027A-1132-EE53125EB300}"/>
              </a:ext>
            </a:extLst>
          </p:cNvPr>
          <p:cNvSpPr/>
          <p:nvPr/>
        </p:nvSpPr>
        <p:spPr>
          <a:xfrm>
            <a:off x="310392" y="2119770"/>
            <a:ext cx="6123963" cy="3937081"/>
          </a:xfrm>
          <a:custGeom>
            <a:avLst/>
            <a:gdLst>
              <a:gd name="connsiteX0" fmla="*/ 0 w 6123963"/>
              <a:gd name="connsiteY0" fmla="*/ 245123 h 3937081"/>
              <a:gd name="connsiteX1" fmla="*/ 245123 w 6123963"/>
              <a:gd name="connsiteY1" fmla="*/ 0 h 3937081"/>
              <a:gd name="connsiteX2" fmla="*/ 983766 w 6123963"/>
              <a:gd name="connsiteY2" fmla="*/ 0 h 3937081"/>
              <a:gd name="connsiteX3" fmla="*/ 1553397 w 6123963"/>
              <a:gd name="connsiteY3" fmla="*/ 0 h 3937081"/>
              <a:gd name="connsiteX4" fmla="*/ 2066691 w 6123963"/>
              <a:gd name="connsiteY4" fmla="*/ 0 h 3937081"/>
              <a:gd name="connsiteX5" fmla="*/ 2579986 w 6123963"/>
              <a:gd name="connsiteY5" fmla="*/ 0 h 3937081"/>
              <a:gd name="connsiteX6" fmla="*/ 3093280 w 6123963"/>
              <a:gd name="connsiteY6" fmla="*/ 0 h 3937081"/>
              <a:gd name="connsiteX7" fmla="*/ 3775586 w 6123963"/>
              <a:gd name="connsiteY7" fmla="*/ 0 h 3937081"/>
              <a:gd name="connsiteX8" fmla="*/ 4288880 w 6123963"/>
              <a:gd name="connsiteY8" fmla="*/ 0 h 3937081"/>
              <a:gd name="connsiteX9" fmla="*/ 4914848 w 6123963"/>
              <a:gd name="connsiteY9" fmla="*/ 0 h 3937081"/>
              <a:gd name="connsiteX10" fmla="*/ 5878840 w 6123963"/>
              <a:gd name="connsiteY10" fmla="*/ 0 h 3937081"/>
              <a:gd name="connsiteX11" fmla="*/ 6123963 w 6123963"/>
              <a:gd name="connsiteY11" fmla="*/ 245123 h 3937081"/>
              <a:gd name="connsiteX12" fmla="*/ 6123963 w 6123963"/>
              <a:gd name="connsiteY12" fmla="*/ 900022 h 3937081"/>
              <a:gd name="connsiteX13" fmla="*/ 6123963 w 6123963"/>
              <a:gd name="connsiteY13" fmla="*/ 1520452 h 3937081"/>
              <a:gd name="connsiteX14" fmla="*/ 6123963 w 6123963"/>
              <a:gd name="connsiteY14" fmla="*/ 2175351 h 3937081"/>
              <a:gd name="connsiteX15" fmla="*/ 6123963 w 6123963"/>
              <a:gd name="connsiteY15" fmla="*/ 2864718 h 3937081"/>
              <a:gd name="connsiteX16" fmla="*/ 6123963 w 6123963"/>
              <a:gd name="connsiteY16" fmla="*/ 3691958 h 3937081"/>
              <a:gd name="connsiteX17" fmla="*/ 5878840 w 6123963"/>
              <a:gd name="connsiteY17" fmla="*/ 3937081 h 3937081"/>
              <a:gd name="connsiteX18" fmla="*/ 5140197 w 6123963"/>
              <a:gd name="connsiteY18" fmla="*/ 3937081 h 3937081"/>
              <a:gd name="connsiteX19" fmla="*/ 4683240 w 6123963"/>
              <a:gd name="connsiteY19" fmla="*/ 3937081 h 3937081"/>
              <a:gd name="connsiteX20" fmla="*/ 4000934 w 6123963"/>
              <a:gd name="connsiteY20" fmla="*/ 3937081 h 3937081"/>
              <a:gd name="connsiteX21" fmla="*/ 3431303 w 6123963"/>
              <a:gd name="connsiteY21" fmla="*/ 3937081 h 3937081"/>
              <a:gd name="connsiteX22" fmla="*/ 2861672 w 6123963"/>
              <a:gd name="connsiteY22" fmla="*/ 3937081 h 3937081"/>
              <a:gd name="connsiteX23" fmla="*/ 2292040 w 6123963"/>
              <a:gd name="connsiteY23" fmla="*/ 3937081 h 3937081"/>
              <a:gd name="connsiteX24" fmla="*/ 1553397 w 6123963"/>
              <a:gd name="connsiteY24" fmla="*/ 3937081 h 3937081"/>
              <a:gd name="connsiteX25" fmla="*/ 1096440 w 6123963"/>
              <a:gd name="connsiteY25" fmla="*/ 3937081 h 3937081"/>
              <a:gd name="connsiteX26" fmla="*/ 245123 w 6123963"/>
              <a:gd name="connsiteY26" fmla="*/ 3937081 h 3937081"/>
              <a:gd name="connsiteX27" fmla="*/ 0 w 6123963"/>
              <a:gd name="connsiteY27" fmla="*/ 3691958 h 3937081"/>
              <a:gd name="connsiteX28" fmla="*/ 0 w 6123963"/>
              <a:gd name="connsiteY28" fmla="*/ 3105996 h 3937081"/>
              <a:gd name="connsiteX29" fmla="*/ 0 w 6123963"/>
              <a:gd name="connsiteY29" fmla="*/ 2382161 h 3937081"/>
              <a:gd name="connsiteX30" fmla="*/ 0 w 6123963"/>
              <a:gd name="connsiteY30" fmla="*/ 1692794 h 3937081"/>
              <a:gd name="connsiteX31" fmla="*/ 0 w 6123963"/>
              <a:gd name="connsiteY31" fmla="*/ 934490 h 3937081"/>
              <a:gd name="connsiteX32" fmla="*/ 0 w 6123963"/>
              <a:gd name="connsiteY32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123963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566813" y="-21524"/>
                  <a:pt x="687393" y="7177"/>
                  <a:pt x="983766" y="0"/>
                </a:cubicBezTo>
                <a:cubicBezTo>
                  <a:pt x="1280139" y="-7177"/>
                  <a:pt x="1291179" y="-14881"/>
                  <a:pt x="1553397" y="0"/>
                </a:cubicBezTo>
                <a:cubicBezTo>
                  <a:pt x="1815615" y="14881"/>
                  <a:pt x="1822542" y="7067"/>
                  <a:pt x="2066691" y="0"/>
                </a:cubicBezTo>
                <a:cubicBezTo>
                  <a:pt x="2310840" y="-7067"/>
                  <a:pt x="2389179" y="-24048"/>
                  <a:pt x="2579986" y="0"/>
                </a:cubicBezTo>
                <a:cubicBezTo>
                  <a:pt x="2770794" y="24048"/>
                  <a:pt x="2989606" y="25360"/>
                  <a:pt x="3093280" y="0"/>
                </a:cubicBezTo>
                <a:cubicBezTo>
                  <a:pt x="3196954" y="-25360"/>
                  <a:pt x="3591070" y="-379"/>
                  <a:pt x="3775586" y="0"/>
                </a:cubicBezTo>
                <a:cubicBezTo>
                  <a:pt x="3960102" y="379"/>
                  <a:pt x="4079861" y="-17218"/>
                  <a:pt x="4288880" y="0"/>
                </a:cubicBezTo>
                <a:cubicBezTo>
                  <a:pt x="4497899" y="17218"/>
                  <a:pt x="4744975" y="26316"/>
                  <a:pt x="4914848" y="0"/>
                </a:cubicBezTo>
                <a:cubicBezTo>
                  <a:pt x="5084721" y="-26316"/>
                  <a:pt x="5470784" y="-18597"/>
                  <a:pt x="5878840" y="0"/>
                </a:cubicBezTo>
                <a:cubicBezTo>
                  <a:pt x="5993975" y="-24658"/>
                  <a:pt x="6127146" y="107676"/>
                  <a:pt x="6123963" y="245123"/>
                </a:cubicBezTo>
                <a:cubicBezTo>
                  <a:pt x="6134845" y="544534"/>
                  <a:pt x="6098163" y="755317"/>
                  <a:pt x="6123963" y="900022"/>
                </a:cubicBezTo>
                <a:cubicBezTo>
                  <a:pt x="6149763" y="1044727"/>
                  <a:pt x="6153554" y="1255359"/>
                  <a:pt x="6123963" y="1520452"/>
                </a:cubicBezTo>
                <a:cubicBezTo>
                  <a:pt x="6094373" y="1785545"/>
                  <a:pt x="6153658" y="1988072"/>
                  <a:pt x="6123963" y="2175351"/>
                </a:cubicBezTo>
                <a:cubicBezTo>
                  <a:pt x="6094268" y="2362630"/>
                  <a:pt x="6128369" y="2535562"/>
                  <a:pt x="6123963" y="2864718"/>
                </a:cubicBezTo>
                <a:cubicBezTo>
                  <a:pt x="6119557" y="3193874"/>
                  <a:pt x="6106947" y="3353190"/>
                  <a:pt x="6123963" y="3691958"/>
                </a:cubicBezTo>
                <a:cubicBezTo>
                  <a:pt x="6154384" y="3812605"/>
                  <a:pt x="6010771" y="3934889"/>
                  <a:pt x="5878840" y="3937081"/>
                </a:cubicBezTo>
                <a:cubicBezTo>
                  <a:pt x="5614622" y="3910642"/>
                  <a:pt x="5332624" y="3926079"/>
                  <a:pt x="5140197" y="3937081"/>
                </a:cubicBezTo>
                <a:cubicBezTo>
                  <a:pt x="4947770" y="3948083"/>
                  <a:pt x="4808517" y="3917499"/>
                  <a:pt x="4683240" y="3937081"/>
                </a:cubicBezTo>
                <a:cubicBezTo>
                  <a:pt x="4557963" y="3956663"/>
                  <a:pt x="4180087" y="3932952"/>
                  <a:pt x="4000934" y="3937081"/>
                </a:cubicBezTo>
                <a:cubicBezTo>
                  <a:pt x="3821781" y="3941210"/>
                  <a:pt x="3679587" y="3930937"/>
                  <a:pt x="3431303" y="3937081"/>
                </a:cubicBezTo>
                <a:cubicBezTo>
                  <a:pt x="3183019" y="3943225"/>
                  <a:pt x="3038094" y="3911759"/>
                  <a:pt x="2861672" y="3937081"/>
                </a:cubicBezTo>
                <a:cubicBezTo>
                  <a:pt x="2685250" y="3962403"/>
                  <a:pt x="2547487" y="3914945"/>
                  <a:pt x="2292040" y="3937081"/>
                </a:cubicBezTo>
                <a:cubicBezTo>
                  <a:pt x="2036593" y="3959217"/>
                  <a:pt x="1899695" y="3953746"/>
                  <a:pt x="1553397" y="3937081"/>
                </a:cubicBezTo>
                <a:cubicBezTo>
                  <a:pt x="1207099" y="3920416"/>
                  <a:pt x="1320279" y="3926720"/>
                  <a:pt x="1096440" y="3937081"/>
                </a:cubicBezTo>
                <a:cubicBezTo>
                  <a:pt x="872601" y="3947442"/>
                  <a:pt x="582357" y="3919626"/>
                  <a:pt x="245123" y="3937081"/>
                </a:cubicBezTo>
                <a:cubicBezTo>
                  <a:pt x="114746" y="3936688"/>
                  <a:pt x="11728" y="3834881"/>
                  <a:pt x="0" y="3691958"/>
                </a:cubicBezTo>
                <a:cubicBezTo>
                  <a:pt x="-28912" y="3448638"/>
                  <a:pt x="1322" y="3393311"/>
                  <a:pt x="0" y="3105996"/>
                </a:cubicBezTo>
                <a:cubicBezTo>
                  <a:pt x="-1322" y="2818681"/>
                  <a:pt x="-4409" y="2729384"/>
                  <a:pt x="0" y="2382161"/>
                </a:cubicBezTo>
                <a:cubicBezTo>
                  <a:pt x="4409" y="2034939"/>
                  <a:pt x="19819" y="1992224"/>
                  <a:pt x="0" y="1692794"/>
                </a:cubicBezTo>
                <a:cubicBezTo>
                  <a:pt x="-19819" y="1393364"/>
                  <a:pt x="-36546" y="1300227"/>
                  <a:pt x="0" y="934490"/>
                </a:cubicBezTo>
                <a:cubicBezTo>
                  <a:pt x="36546" y="568753"/>
                  <a:pt x="27756" y="405729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F4134A-FEA2-65C6-FB0E-BEE3E1430B6D}"/>
              </a:ext>
            </a:extLst>
          </p:cNvPr>
          <p:cNvSpPr txBox="1"/>
          <p:nvPr/>
        </p:nvSpPr>
        <p:spPr>
          <a:xfrm>
            <a:off x="1350624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Propulsion System Only Information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C7FBBCF-C4E5-F6FD-E1B9-3157F4A5CEF1}"/>
              </a:ext>
            </a:extLst>
          </p:cNvPr>
          <p:cNvSpPr/>
          <p:nvPr/>
        </p:nvSpPr>
        <p:spPr>
          <a:xfrm>
            <a:off x="6635691" y="2119769"/>
            <a:ext cx="4792911" cy="3937081"/>
          </a:xfrm>
          <a:custGeom>
            <a:avLst/>
            <a:gdLst>
              <a:gd name="connsiteX0" fmla="*/ 0 w 4792911"/>
              <a:gd name="connsiteY0" fmla="*/ 245123 h 3937081"/>
              <a:gd name="connsiteX1" fmla="*/ 245123 w 4792911"/>
              <a:gd name="connsiteY1" fmla="*/ 0 h 3937081"/>
              <a:gd name="connsiteX2" fmla="*/ 945843 w 4792911"/>
              <a:gd name="connsiteY2" fmla="*/ 0 h 3937081"/>
              <a:gd name="connsiteX3" fmla="*/ 1517483 w 4792911"/>
              <a:gd name="connsiteY3" fmla="*/ 0 h 3937081"/>
              <a:gd name="connsiteX4" fmla="*/ 2046096 w 4792911"/>
              <a:gd name="connsiteY4" fmla="*/ 0 h 3937081"/>
              <a:gd name="connsiteX5" fmla="*/ 2574709 w 4792911"/>
              <a:gd name="connsiteY5" fmla="*/ 0 h 3937081"/>
              <a:gd name="connsiteX6" fmla="*/ 3103322 w 4792911"/>
              <a:gd name="connsiteY6" fmla="*/ 0 h 3937081"/>
              <a:gd name="connsiteX7" fmla="*/ 3761015 w 4792911"/>
              <a:gd name="connsiteY7" fmla="*/ 0 h 3937081"/>
              <a:gd name="connsiteX8" fmla="*/ 4547788 w 4792911"/>
              <a:gd name="connsiteY8" fmla="*/ 0 h 3937081"/>
              <a:gd name="connsiteX9" fmla="*/ 4792911 w 4792911"/>
              <a:gd name="connsiteY9" fmla="*/ 245123 h 3937081"/>
              <a:gd name="connsiteX10" fmla="*/ 4792911 w 4792911"/>
              <a:gd name="connsiteY10" fmla="*/ 900022 h 3937081"/>
              <a:gd name="connsiteX11" fmla="*/ 4792911 w 4792911"/>
              <a:gd name="connsiteY11" fmla="*/ 1554920 h 3937081"/>
              <a:gd name="connsiteX12" fmla="*/ 4792911 w 4792911"/>
              <a:gd name="connsiteY12" fmla="*/ 2140882 h 3937081"/>
              <a:gd name="connsiteX13" fmla="*/ 4792911 w 4792911"/>
              <a:gd name="connsiteY13" fmla="*/ 2761313 h 3937081"/>
              <a:gd name="connsiteX14" fmla="*/ 4792911 w 4792911"/>
              <a:gd name="connsiteY14" fmla="*/ 3691958 h 3937081"/>
              <a:gd name="connsiteX15" fmla="*/ 4547788 w 4792911"/>
              <a:gd name="connsiteY15" fmla="*/ 3937081 h 3937081"/>
              <a:gd name="connsiteX16" fmla="*/ 3890095 w 4792911"/>
              <a:gd name="connsiteY16" fmla="*/ 3937081 h 3937081"/>
              <a:gd name="connsiteX17" fmla="*/ 3318455 w 4792911"/>
              <a:gd name="connsiteY17" fmla="*/ 3937081 h 3937081"/>
              <a:gd name="connsiteX18" fmla="*/ 2660762 w 4792911"/>
              <a:gd name="connsiteY18" fmla="*/ 3937081 h 3937081"/>
              <a:gd name="connsiteX19" fmla="*/ 2175176 w 4792911"/>
              <a:gd name="connsiteY19" fmla="*/ 3937081 h 3937081"/>
              <a:gd name="connsiteX20" fmla="*/ 1517483 w 4792911"/>
              <a:gd name="connsiteY20" fmla="*/ 3937081 h 3937081"/>
              <a:gd name="connsiteX21" fmla="*/ 945843 w 4792911"/>
              <a:gd name="connsiteY21" fmla="*/ 3937081 h 3937081"/>
              <a:gd name="connsiteX22" fmla="*/ 245123 w 4792911"/>
              <a:gd name="connsiteY22" fmla="*/ 3937081 h 3937081"/>
              <a:gd name="connsiteX23" fmla="*/ 0 w 4792911"/>
              <a:gd name="connsiteY23" fmla="*/ 3691958 h 3937081"/>
              <a:gd name="connsiteX24" fmla="*/ 0 w 4792911"/>
              <a:gd name="connsiteY24" fmla="*/ 3071528 h 3937081"/>
              <a:gd name="connsiteX25" fmla="*/ 0 w 4792911"/>
              <a:gd name="connsiteY25" fmla="*/ 2382161 h 3937081"/>
              <a:gd name="connsiteX26" fmla="*/ 0 w 4792911"/>
              <a:gd name="connsiteY26" fmla="*/ 1692794 h 3937081"/>
              <a:gd name="connsiteX27" fmla="*/ 0 w 4792911"/>
              <a:gd name="connsiteY27" fmla="*/ 1072363 h 3937081"/>
              <a:gd name="connsiteX28" fmla="*/ 0 w 4792911"/>
              <a:gd name="connsiteY28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792911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453123" y="18075"/>
                  <a:pt x="755479" y="10932"/>
                  <a:pt x="945843" y="0"/>
                </a:cubicBezTo>
                <a:cubicBezTo>
                  <a:pt x="1136207" y="-10932"/>
                  <a:pt x="1251887" y="26482"/>
                  <a:pt x="1517483" y="0"/>
                </a:cubicBezTo>
                <a:cubicBezTo>
                  <a:pt x="1783079" y="-26482"/>
                  <a:pt x="1921035" y="-13904"/>
                  <a:pt x="2046096" y="0"/>
                </a:cubicBezTo>
                <a:cubicBezTo>
                  <a:pt x="2171157" y="13904"/>
                  <a:pt x="2348548" y="-8806"/>
                  <a:pt x="2574709" y="0"/>
                </a:cubicBezTo>
                <a:cubicBezTo>
                  <a:pt x="2800870" y="8806"/>
                  <a:pt x="2945803" y="7326"/>
                  <a:pt x="3103322" y="0"/>
                </a:cubicBezTo>
                <a:cubicBezTo>
                  <a:pt x="3260841" y="-7326"/>
                  <a:pt x="3456182" y="18350"/>
                  <a:pt x="3761015" y="0"/>
                </a:cubicBezTo>
                <a:cubicBezTo>
                  <a:pt x="4065848" y="-18350"/>
                  <a:pt x="4228316" y="-36511"/>
                  <a:pt x="4547788" y="0"/>
                </a:cubicBezTo>
                <a:cubicBezTo>
                  <a:pt x="4683659" y="-5848"/>
                  <a:pt x="4802471" y="103527"/>
                  <a:pt x="4792911" y="245123"/>
                </a:cubicBezTo>
                <a:cubicBezTo>
                  <a:pt x="4797346" y="457189"/>
                  <a:pt x="4816624" y="591309"/>
                  <a:pt x="4792911" y="900022"/>
                </a:cubicBezTo>
                <a:cubicBezTo>
                  <a:pt x="4769198" y="1208735"/>
                  <a:pt x="4776453" y="1348477"/>
                  <a:pt x="4792911" y="1554920"/>
                </a:cubicBezTo>
                <a:cubicBezTo>
                  <a:pt x="4809369" y="1761363"/>
                  <a:pt x="4783397" y="1864777"/>
                  <a:pt x="4792911" y="2140882"/>
                </a:cubicBezTo>
                <a:cubicBezTo>
                  <a:pt x="4802425" y="2416987"/>
                  <a:pt x="4764546" y="2493878"/>
                  <a:pt x="4792911" y="2761313"/>
                </a:cubicBezTo>
                <a:cubicBezTo>
                  <a:pt x="4821276" y="3028748"/>
                  <a:pt x="4802995" y="3475152"/>
                  <a:pt x="4792911" y="3691958"/>
                </a:cubicBezTo>
                <a:cubicBezTo>
                  <a:pt x="4807611" y="3817434"/>
                  <a:pt x="4675349" y="3944732"/>
                  <a:pt x="4547788" y="3937081"/>
                </a:cubicBezTo>
                <a:cubicBezTo>
                  <a:pt x="4345921" y="3955944"/>
                  <a:pt x="4045757" y="3934310"/>
                  <a:pt x="3890095" y="3937081"/>
                </a:cubicBezTo>
                <a:cubicBezTo>
                  <a:pt x="3734433" y="3939852"/>
                  <a:pt x="3575556" y="3942262"/>
                  <a:pt x="3318455" y="3937081"/>
                </a:cubicBezTo>
                <a:cubicBezTo>
                  <a:pt x="3061354" y="3931900"/>
                  <a:pt x="2814037" y="3919208"/>
                  <a:pt x="2660762" y="3937081"/>
                </a:cubicBezTo>
                <a:cubicBezTo>
                  <a:pt x="2507487" y="3954954"/>
                  <a:pt x="2360289" y="3931994"/>
                  <a:pt x="2175176" y="3937081"/>
                </a:cubicBezTo>
                <a:cubicBezTo>
                  <a:pt x="1990063" y="3942168"/>
                  <a:pt x="1675721" y="3925386"/>
                  <a:pt x="1517483" y="3937081"/>
                </a:cubicBezTo>
                <a:cubicBezTo>
                  <a:pt x="1359245" y="3948776"/>
                  <a:pt x="1105547" y="3962346"/>
                  <a:pt x="945843" y="3937081"/>
                </a:cubicBezTo>
                <a:cubicBezTo>
                  <a:pt x="786139" y="3911816"/>
                  <a:pt x="574641" y="3921337"/>
                  <a:pt x="245123" y="3937081"/>
                </a:cubicBezTo>
                <a:cubicBezTo>
                  <a:pt x="112211" y="3930600"/>
                  <a:pt x="-5376" y="3856563"/>
                  <a:pt x="0" y="3691958"/>
                </a:cubicBezTo>
                <a:cubicBezTo>
                  <a:pt x="25589" y="3556407"/>
                  <a:pt x="-2892" y="3328416"/>
                  <a:pt x="0" y="3071528"/>
                </a:cubicBezTo>
                <a:cubicBezTo>
                  <a:pt x="2892" y="2814640"/>
                  <a:pt x="-17416" y="2567633"/>
                  <a:pt x="0" y="2382161"/>
                </a:cubicBezTo>
                <a:cubicBezTo>
                  <a:pt x="17416" y="2196689"/>
                  <a:pt x="19615" y="2017637"/>
                  <a:pt x="0" y="1692794"/>
                </a:cubicBezTo>
                <a:cubicBezTo>
                  <a:pt x="-19615" y="1367951"/>
                  <a:pt x="-2117" y="1270018"/>
                  <a:pt x="0" y="1072363"/>
                </a:cubicBezTo>
                <a:cubicBezTo>
                  <a:pt x="2117" y="874708"/>
                  <a:pt x="24126" y="558805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5C25656-2761-1BDF-E3A1-48456C9256D2}"/>
              </a:ext>
            </a:extLst>
          </p:cNvPr>
          <p:cNvSpPr txBox="1"/>
          <p:nvPr/>
        </p:nvSpPr>
        <p:spPr>
          <a:xfrm>
            <a:off x="7010397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Payload Only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/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blipFill>
                <a:blip r:embed="rId8"/>
                <a:stretch>
                  <a:fillRect l="-985" b="-68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91036A4-FA5E-24C1-EEBC-7761FDB4363D}"/>
              </a:ext>
            </a:extLst>
          </p:cNvPr>
          <p:cNvSpPr/>
          <p:nvPr/>
        </p:nvSpPr>
        <p:spPr>
          <a:xfrm>
            <a:off x="2583809" y="3271706"/>
            <a:ext cx="1560352" cy="335560"/>
          </a:xfrm>
          <a:custGeom>
            <a:avLst/>
            <a:gdLst>
              <a:gd name="connsiteX0" fmla="*/ 0 w 1560352"/>
              <a:gd name="connsiteY0" fmla="*/ 335560 h 335560"/>
              <a:gd name="connsiteX1" fmla="*/ 67112 w 1560352"/>
              <a:gd name="connsiteY1" fmla="*/ 318782 h 335560"/>
              <a:gd name="connsiteX2" fmla="*/ 142613 w 1560352"/>
              <a:gd name="connsiteY2" fmla="*/ 310393 h 335560"/>
              <a:gd name="connsiteX3" fmla="*/ 243281 w 1560352"/>
              <a:gd name="connsiteY3" fmla="*/ 276837 h 335560"/>
              <a:gd name="connsiteX4" fmla="*/ 276837 w 1560352"/>
              <a:gd name="connsiteY4" fmla="*/ 251670 h 335560"/>
              <a:gd name="connsiteX5" fmla="*/ 352338 w 1560352"/>
              <a:gd name="connsiteY5" fmla="*/ 209725 h 335560"/>
              <a:gd name="connsiteX6" fmla="*/ 419450 w 1560352"/>
              <a:gd name="connsiteY6" fmla="*/ 159391 h 335560"/>
              <a:gd name="connsiteX7" fmla="*/ 469784 w 1560352"/>
              <a:gd name="connsiteY7" fmla="*/ 117446 h 335560"/>
              <a:gd name="connsiteX8" fmla="*/ 494951 w 1560352"/>
              <a:gd name="connsiteY8" fmla="*/ 109057 h 335560"/>
              <a:gd name="connsiteX9" fmla="*/ 562063 w 1560352"/>
              <a:gd name="connsiteY9" fmla="*/ 58723 h 335560"/>
              <a:gd name="connsiteX10" fmla="*/ 620785 w 1560352"/>
              <a:gd name="connsiteY10" fmla="*/ 41945 h 335560"/>
              <a:gd name="connsiteX11" fmla="*/ 696286 w 1560352"/>
              <a:gd name="connsiteY11" fmla="*/ 16778 h 335560"/>
              <a:gd name="connsiteX12" fmla="*/ 721453 w 1560352"/>
              <a:gd name="connsiteY12" fmla="*/ 8389 h 335560"/>
              <a:gd name="connsiteX13" fmla="*/ 763398 w 1560352"/>
              <a:gd name="connsiteY13" fmla="*/ 0 h 335560"/>
              <a:gd name="connsiteX14" fmla="*/ 1132514 w 1560352"/>
              <a:gd name="connsiteY14" fmla="*/ 8389 h 335560"/>
              <a:gd name="connsiteX15" fmla="*/ 1216404 w 1560352"/>
              <a:gd name="connsiteY15" fmla="*/ 33556 h 335560"/>
              <a:gd name="connsiteX16" fmla="*/ 1283516 w 1560352"/>
              <a:gd name="connsiteY16" fmla="*/ 58723 h 335560"/>
              <a:gd name="connsiteX17" fmla="*/ 1333850 w 1560352"/>
              <a:gd name="connsiteY17" fmla="*/ 75501 h 335560"/>
              <a:gd name="connsiteX18" fmla="*/ 1392573 w 1560352"/>
              <a:gd name="connsiteY18" fmla="*/ 109057 h 335560"/>
              <a:gd name="connsiteX19" fmla="*/ 1459685 w 1560352"/>
              <a:gd name="connsiteY19" fmla="*/ 142613 h 335560"/>
              <a:gd name="connsiteX20" fmla="*/ 1535185 w 1560352"/>
              <a:gd name="connsiteY20" fmla="*/ 151002 h 335560"/>
              <a:gd name="connsiteX21" fmla="*/ 1560352 w 1560352"/>
              <a:gd name="connsiteY21" fmla="*/ 167780 h 33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60352" h="335560">
                <a:moveTo>
                  <a:pt x="0" y="335560"/>
                </a:moveTo>
                <a:cubicBezTo>
                  <a:pt x="22371" y="329967"/>
                  <a:pt x="44404" y="322789"/>
                  <a:pt x="67112" y="318782"/>
                </a:cubicBezTo>
                <a:cubicBezTo>
                  <a:pt x="92049" y="314381"/>
                  <a:pt x="117980" y="316258"/>
                  <a:pt x="142613" y="310393"/>
                </a:cubicBezTo>
                <a:cubicBezTo>
                  <a:pt x="177022" y="302200"/>
                  <a:pt x="243281" y="276837"/>
                  <a:pt x="243281" y="276837"/>
                </a:cubicBezTo>
                <a:cubicBezTo>
                  <a:pt x="254466" y="268448"/>
                  <a:pt x="264981" y="259080"/>
                  <a:pt x="276837" y="251670"/>
                </a:cubicBezTo>
                <a:cubicBezTo>
                  <a:pt x="358981" y="200330"/>
                  <a:pt x="255334" y="276882"/>
                  <a:pt x="352338" y="209725"/>
                </a:cubicBezTo>
                <a:cubicBezTo>
                  <a:pt x="375329" y="193808"/>
                  <a:pt x="397968" y="177293"/>
                  <a:pt x="419450" y="159391"/>
                </a:cubicBezTo>
                <a:cubicBezTo>
                  <a:pt x="436228" y="145409"/>
                  <a:pt x="451612" y="129561"/>
                  <a:pt x="469784" y="117446"/>
                </a:cubicBezTo>
                <a:cubicBezTo>
                  <a:pt x="477142" y="112541"/>
                  <a:pt x="486562" y="111853"/>
                  <a:pt x="494951" y="109057"/>
                </a:cubicBezTo>
                <a:cubicBezTo>
                  <a:pt x="524063" y="79945"/>
                  <a:pt x="520368" y="79570"/>
                  <a:pt x="562063" y="58723"/>
                </a:cubicBezTo>
                <a:cubicBezTo>
                  <a:pt x="576158" y="51675"/>
                  <a:pt x="607347" y="45976"/>
                  <a:pt x="620785" y="41945"/>
                </a:cubicBezTo>
                <a:lnTo>
                  <a:pt x="696286" y="16778"/>
                </a:lnTo>
                <a:cubicBezTo>
                  <a:pt x="704675" y="13982"/>
                  <a:pt x="712782" y="10123"/>
                  <a:pt x="721453" y="8389"/>
                </a:cubicBezTo>
                <a:lnTo>
                  <a:pt x="763398" y="0"/>
                </a:lnTo>
                <a:lnTo>
                  <a:pt x="1132514" y="8389"/>
                </a:lnTo>
                <a:cubicBezTo>
                  <a:pt x="1170272" y="9930"/>
                  <a:pt x="1181237" y="21834"/>
                  <a:pt x="1216404" y="33556"/>
                </a:cubicBezTo>
                <a:cubicBezTo>
                  <a:pt x="1379869" y="88044"/>
                  <a:pt x="1111900" y="-9923"/>
                  <a:pt x="1283516" y="58723"/>
                </a:cubicBezTo>
                <a:cubicBezTo>
                  <a:pt x="1299937" y="65291"/>
                  <a:pt x="1333850" y="75501"/>
                  <a:pt x="1333850" y="75501"/>
                </a:cubicBezTo>
                <a:cubicBezTo>
                  <a:pt x="1399409" y="124671"/>
                  <a:pt x="1338375" y="84422"/>
                  <a:pt x="1392573" y="109057"/>
                </a:cubicBezTo>
                <a:cubicBezTo>
                  <a:pt x="1415342" y="119407"/>
                  <a:pt x="1434827" y="139851"/>
                  <a:pt x="1459685" y="142613"/>
                </a:cubicBezTo>
                <a:lnTo>
                  <a:pt x="1535185" y="151002"/>
                </a:lnTo>
                <a:lnTo>
                  <a:pt x="1560352" y="16778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85155EB5-C761-2269-2596-91919C0E6AB4}"/>
              </a:ext>
            </a:extLst>
          </p:cNvPr>
          <p:cNvSpPr/>
          <p:nvPr/>
        </p:nvSpPr>
        <p:spPr>
          <a:xfrm>
            <a:off x="8925886" y="4790114"/>
            <a:ext cx="1224793" cy="226503"/>
          </a:xfrm>
          <a:custGeom>
            <a:avLst/>
            <a:gdLst>
              <a:gd name="connsiteX0" fmla="*/ 0 w 1224793"/>
              <a:gd name="connsiteY0" fmla="*/ 226503 h 226503"/>
              <a:gd name="connsiteX1" fmla="*/ 41945 w 1224793"/>
              <a:gd name="connsiteY1" fmla="*/ 192947 h 226503"/>
              <a:gd name="connsiteX2" fmla="*/ 67112 w 1224793"/>
              <a:gd name="connsiteY2" fmla="*/ 167780 h 226503"/>
              <a:gd name="connsiteX3" fmla="*/ 100668 w 1224793"/>
              <a:gd name="connsiteY3" fmla="*/ 151002 h 226503"/>
              <a:gd name="connsiteX4" fmla="*/ 134224 w 1224793"/>
              <a:gd name="connsiteY4" fmla="*/ 117446 h 226503"/>
              <a:gd name="connsiteX5" fmla="*/ 176169 w 1224793"/>
              <a:gd name="connsiteY5" fmla="*/ 92279 h 226503"/>
              <a:gd name="connsiteX6" fmla="*/ 209725 w 1224793"/>
              <a:gd name="connsiteY6" fmla="*/ 67112 h 226503"/>
              <a:gd name="connsiteX7" fmla="*/ 251670 w 1224793"/>
              <a:gd name="connsiteY7" fmla="*/ 50334 h 226503"/>
              <a:gd name="connsiteX8" fmla="*/ 310393 w 1224793"/>
              <a:gd name="connsiteY8" fmla="*/ 16778 h 226503"/>
              <a:gd name="connsiteX9" fmla="*/ 486562 w 1224793"/>
              <a:gd name="connsiteY9" fmla="*/ 0 h 226503"/>
              <a:gd name="connsiteX10" fmla="*/ 822121 w 1224793"/>
              <a:gd name="connsiteY10" fmla="*/ 8389 h 226503"/>
              <a:gd name="connsiteX11" fmla="*/ 864066 w 1224793"/>
              <a:gd name="connsiteY11" fmla="*/ 16778 h 226503"/>
              <a:gd name="connsiteX12" fmla="*/ 947956 w 1224793"/>
              <a:gd name="connsiteY12" fmla="*/ 58723 h 226503"/>
              <a:gd name="connsiteX13" fmla="*/ 981512 w 1224793"/>
              <a:gd name="connsiteY13" fmla="*/ 75501 h 226503"/>
              <a:gd name="connsiteX14" fmla="*/ 1040235 w 1224793"/>
              <a:gd name="connsiteY14" fmla="*/ 92279 h 226503"/>
              <a:gd name="connsiteX15" fmla="*/ 1082180 w 1224793"/>
              <a:gd name="connsiteY15" fmla="*/ 109057 h 226503"/>
              <a:gd name="connsiteX16" fmla="*/ 1115736 w 1224793"/>
              <a:gd name="connsiteY16" fmla="*/ 117446 h 226503"/>
              <a:gd name="connsiteX17" fmla="*/ 1157681 w 1224793"/>
              <a:gd name="connsiteY17" fmla="*/ 134224 h 226503"/>
              <a:gd name="connsiteX18" fmla="*/ 1224793 w 1224793"/>
              <a:gd name="connsiteY18" fmla="*/ 142613 h 22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24793" h="226503">
                <a:moveTo>
                  <a:pt x="0" y="226503"/>
                </a:moveTo>
                <a:cubicBezTo>
                  <a:pt x="13982" y="215318"/>
                  <a:pt x="28470" y="204738"/>
                  <a:pt x="41945" y="192947"/>
                </a:cubicBezTo>
                <a:cubicBezTo>
                  <a:pt x="50873" y="185135"/>
                  <a:pt x="57458" y="174676"/>
                  <a:pt x="67112" y="167780"/>
                </a:cubicBezTo>
                <a:cubicBezTo>
                  <a:pt x="77288" y="160511"/>
                  <a:pt x="90664" y="158505"/>
                  <a:pt x="100668" y="151002"/>
                </a:cubicBezTo>
                <a:cubicBezTo>
                  <a:pt x="113323" y="141511"/>
                  <a:pt x="121738" y="127158"/>
                  <a:pt x="134224" y="117446"/>
                </a:cubicBezTo>
                <a:cubicBezTo>
                  <a:pt x="147095" y="107436"/>
                  <a:pt x="162602" y="101324"/>
                  <a:pt x="176169" y="92279"/>
                </a:cubicBezTo>
                <a:cubicBezTo>
                  <a:pt x="187802" y="84523"/>
                  <a:pt x="197503" y="73902"/>
                  <a:pt x="209725" y="67112"/>
                </a:cubicBezTo>
                <a:cubicBezTo>
                  <a:pt x="222889" y="59799"/>
                  <a:pt x="238506" y="57647"/>
                  <a:pt x="251670" y="50334"/>
                </a:cubicBezTo>
                <a:cubicBezTo>
                  <a:pt x="291733" y="28077"/>
                  <a:pt x="272321" y="24392"/>
                  <a:pt x="310393" y="16778"/>
                </a:cubicBezTo>
                <a:cubicBezTo>
                  <a:pt x="364602" y="5936"/>
                  <a:pt x="435475" y="3649"/>
                  <a:pt x="486562" y="0"/>
                </a:cubicBezTo>
                <a:lnTo>
                  <a:pt x="822121" y="8389"/>
                </a:lnTo>
                <a:cubicBezTo>
                  <a:pt x="836365" y="9022"/>
                  <a:pt x="850827" y="11483"/>
                  <a:pt x="864066" y="16778"/>
                </a:cubicBezTo>
                <a:cubicBezTo>
                  <a:pt x="893094" y="28389"/>
                  <a:pt x="919993" y="44741"/>
                  <a:pt x="947956" y="58723"/>
                </a:cubicBezTo>
                <a:cubicBezTo>
                  <a:pt x="959141" y="64316"/>
                  <a:pt x="969380" y="72468"/>
                  <a:pt x="981512" y="75501"/>
                </a:cubicBezTo>
                <a:cubicBezTo>
                  <a:pt x="1007955" y="82112"/>
                  <a:pt x="1016165" y="83253"/>
                  <a:pt x="1040235" y="92279"/>
                </a:cubicBezTo>
                <a:cubicBezTo>
                  <a:pt x="1054335" y="97566"/>
                  <a:pt x="1067894" y="104295"/>
                  <a:pt x="1082180" y="109057"/>
                </a:cubicBezTo>
                <a:cubicBezTo>
                  <a:pt x="1093118" y="112703"/>
                  <a:pt x="1104798" y="113800"/>
                  <a:pt x="1115736" y="117446"/>
                </a:cubicBezTo>
                <a:cubicBezTo>
                  <a:pt x="1130022" y="122208"/>
                  <a:pt x="1143153" y="130262"/>
                  <a:pt x="1157681" y="134224"/>
                </a:cubicBezTo>
                <a:cubicBezTo>
                  <a:pt x="1191812" y="143532"/>
                  <a:pt x="1198147" y="142613"/>
                  <a:pt x="1224793" y="142613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/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blipFill>
                <a:blip r:embed="rId9"/>
                <a:stretch>
                  <a:fillRect r="-1863"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/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blipFill>
                <a:blip r:embed="rId10"/>
                <a:stretch>
                  <a:fillRect r="-3077" b="-50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/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blipFill>
                <a:blip r:embed="rId11"/>
                <a:stretch>
                  <a:fillRect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/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blipFill>
                <a:blip r:embed="rId12"/>
                <a:stretch>
                  <a:fillRect r="-1875" b="-51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0EEE59-CE78-C629-FFFA-C005E67D6164}"/>
              </a:ext>
            </a:extLst>
          </p:cNvPr>
          <p:cNvSpPr/>
          <p:nvPr/>
        </p:nvSpPr>
        <p:spPr>
          <a:xfrm>
            <a:off x="386652" y="3775046"/>
            <a:ext cx="2197157" cy="2145855"/>
          </a:xfrm>
          <a:custGeom>
            <a:avLst/>
            <a:gdLst>
              <a:gd name="connsiteX0" fmla="*/ 0 w 2197157"/>
              <a:gd name="connsiteY0" fmla="*/ 256988 h 2145855"/>
              <a:gd name="connsiteX1" fmla="*/ 256988 w 2197157"/>
              <a:gd name="connsiteY1" fmla="*/ 0 h 2145855"/>
              <a:gd name="connsiteX2" fmla="*/ 767553 w 2197157"/>
              <a:gd name="connsiteY2" fmla="*/ 0 h 2145855"/>
              <a:gd name="connsiteX3" fmla="*/ 1278118 w 2197157"/>
              <a:gd name="connsiteY3" fmla="*/ 0 h 2145855"/>
              <a:gd name="connsiteX4" fmla="*/ 1940169 w 2197157"/>
              <a:gd name="connsiteY4" fmla="*/ 0 h 2145855"/>
              <a:gd name="connsiteX5" fmla="*/ 2197157 w 2197157"/>
              <a:gd name="connsiteY5" fmla="*/ 256988 h 2145855"/>
              <a:gd name="connsiteX6" fmla="*/ 2197157 w 2197157"/>
              <a:gd name="connsiteY6" fmla="*/ 800948 h 2145855"/>
              <a:gd name="connsiteX7" fmla="*/ 2197157 w 2197157"/>
              <a:gd name="connsiteY7" fmla="*/ 1312270 h 2145855"/>
              <a:gd name="connsiteX8" fmla="*/ 2197157 w 2197157"/>
              <a:gd name="connsiteY8" fmla="*/ 1888867 h 2145855"/>
              <a:gd name="connsiteX9" fmla="*/ 1940169 w 2197157"/>
              <a:gd name="connsiteY9" fmla="*/ 2145855 h 2145855"/>
              <a:gd name="connsiteX10" fmla="*/ 1412772 w 2197157"/>
              <a:gd name="connsiteY10" fmla="*/ 2145855 h 2145855"/>
              <a:gd name="connsiteX11" fmla="*/ 818048 w 2197157"/>
              <a:gd name="connsiteY11" fmla="*/ 2145855 h 2145855"/>
              <a:gd name="connsiteX12" fmla="*/ 256988 w 2197157"/>
              <a:gd name="connsiteY12" fmla="*/ 2145855 h 2145855"/>
              <a:gd name="connsiteX13" fmla="*/ 0 w 2197157"/>
              <a:gd name="connsiteY13" fmla="*/ 1888867 h 2145855"/>
              <a:gd name="connsiteX14" fmla="*/ 0 w 2197157"/>
              <a:gd name="connsiteY14" fmla="*/ 1328589 h 2145855"/>
              <a:gd name="connsiteX15" fmla="*/ 0 w 2197157"/>
              <a:gd name="connsiteY15" fmla="*/ 784629 h 2145855"/>
              <a:gd name="connsiteX16" fmla="*/ 0 w 2197157"/>
              <a:gd name="connsiteY16" fmla="*/ 256988 h 214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97157" h="2145855" extrusionOk="0">
                <a:moveTo>
                  <a:pt x="0" y="256988"/>
                </a:moveTo>
                <a:cubicBezTo>
                  <a:pt x="-8817" y="85157"/>
                  <a:pt x="96752" y="-3271"/>
                  <a:pt x="256988" y="0"/>
                </a:cubicBezTo>
                <a:cubicBezTo>
                  <a:pt x="494518" y="-40305"/>
                  <a:pt x="519547" y="19468"/>
                  <a:pt x="767553" y="0"/>
                </a:cubicBezTo>
                <a:cubicBezTo>
                  <a:pt x="1015559" y="-19468"/>
                  <a:pt x="1114872" y="50121"/>
                  <a:pt x="1278118" y="0"/>
                </a:cubicBezTo>
                <a:cubicBezTo>
                  <a:pt x="1441364" y="-50121"/>
                  <a:pt x="1710177" y="46507"/>
                  <a:pt x="1940169" y="0"/>
                </a:cubicBezTo>
                <a:cubicBezTo>
                  <a:pt x="2055426" y="-6826"/>
                  <a:pt x="2168997" y="92231"/>
                  <a:pt x="2197157" y="256988"/>
                </a:cubicBezTo>
                <a:cubicBezTo>
                  <a:pt x="2202279" y="499791"/>
                  <a:pt x="2181599" y="569403"/>
                  <a:pt x="2197157" y="800948"/>
                </a:cubicBezTo>
                <a:cubicBezTo>
                  <a:pt x="2212715" y="1032493"/>
                  <a:pt x="2178310" y="1135757"/>
                  <a:pt x="2197157" y="1312270"/>
                </a:cubicBezTo>
                <a:cubicBezTo>
                  <a:pt x="2216004" y="1488783"/>
                  <a:pt x="2140119" y="1766332"/>
                  <a:pt x="2197157" y="1888867"/>
                </a:cubicBezTo>
                <a:cubicBezTo>
                  <a:pt x="2199567" y="2064707"/>
                  <a:pt x="2084418" y="2147735"/>
                  <a:pt x="1940169" y="2145855"/>
                </a:cubicBezTo>
                <a:cubicBezTo>
                  <a:pt x="1705174" y="2164150"/>
                  <a:pt x="1565361" y="2108950"/>
                  <a:pt x="1412772" y="2145855"/>
                </a:cubicBezTo>
                <a:cubicBezTo>
                  <a:pt x="1260183" y="2182760"/>
                  <a:pt x="1087458" y="2097782"/>
                  <a:pt x="818048" y="2145855"/>
                </a:cubicBezTo>
                <a:cubicBezTo>
                  <a:pt x="548638" y="2193928"/>
                  <a:pt x="377434" y="2124029"/>
                  <a:pt x="256988" y="2145855"/>
                </a:cubicBezTo>
                <a:cubicBezTo>
                  <a:pt x="142853" y="2124664"/>
                  <a:pt x="5348" y="2037487"/>
                  <a:pt x="0" y="1888867"/>
                </a:cubicBezTo>
                <a:cubicBezTo>
                  <a:pt x="-38237" y="1737865"/>
                  <a:pt x="27962" y="1527929"/>
                  <a:pt x="0" y="1328589"/>
                </a:cubicBezTo>
                <a:cubicBezTo>
                  <a:pt x="-27962" y="1129249"/>
                  <a:pt x="1532" y="919032"/>
                  <a:pt x="0" y="784629"/>
                </a:cubicBezTo>
                <a:cubicBezTo>
                  <a:pt x="-1532" y="650226"/>
                  <a:pt x="7382" y="496657"/>
                  <a:pt x="0" y="256988"/>
                </a:cubicBezTo>
                <a:close/>
              </a:path>
            </a:pathLst>
          </a:custGeom>
          <a:noFill/>
          <a:ln w="571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700988">
                  <a:prstGeom prst="roundRect">
                    <a:avLst>
                      <a:gd name="adj" fmla="val 1197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97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4A0D4C8B-9EC3-C08F-BE23-BA0C74B2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735" y="2572982"/>
            <a:ext cx="2097312" cy="2029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TPA and One-way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C1B3B-A56B-74A2-67E9-A1DEEDF2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4" y="3859474"/>
            <a:ext cx="2037602" cy="203278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69D1E6C-2B7C-F616-BBCC-5201E252A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047" y="3890933"/>
            <a:ext cx="1832743" cy="202996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69C9E2E-4D85-5ECF-CE0B-49F6AA4B7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309" y="4317349"/>
            <a:ext cx="2697651" cy="1399573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9FBD516-B7C2-82C1-E198-E52B60165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787" y="2696161"/>
            <a:ext cx="2585472" cy="1399573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6C838CD-3525-027A-1132-EE53125EB300}"/>
              </a:ext>
            </a:extLst>
          </p:cNvPr>
          <p:cNvSpPr/>
          <p:nvPr/>
        </p:nvSpPr>
        <p:spPr>
          <a:xfrm>
            <a:off x="310392" y="2119770"/>
            <a:ext cx="6123963" cy="3937081"/>
          </a:xfrm>
          <a:custGeom>
            <a:avLst/>
            <a:gdLst>
              <a:gd name="connsiteX0" fmla="*/ 0 w 6123963"/>
              <a:gd name="connsiteY0" fmla="*/ 245123 h 3937081"/>
              <a:gd name="connsiteX1" fmla="*/ 245123 w 6123963"/>
              <a:gd name="connsiteY1" fmla="*/ 0 h 3937081"/>
              <a:gd name="connsiteX2" fmla="*/ 983766 w 6123963"/>
              <a:gd name="connsiteY2" fmla="*/ 0 h 3937081"/>
              <a:gd name="connsiteX3" fmla="*/ 1553397 w 6123963"/>
              <a:gd name="connsiteY3" fmla="*/ 0 h 3937081"/>
              <a:gd name="connsiteX4" fmla="*/ 2066691 w 6123963"/>
              <a:gd name="connsiteY4" fmla="*/ 0 h 3937081"/>
              <a:gd name="connsiteX5" fmla="*/ 2579986 w 6123963"/>
              <a:gd name="connsiteY5" fmla="*/ 0 h 3937081"/>
              <a:gd name="connsiteX6" fmla="*/ 3093280 w 6123963"/>
              <a:gd name="connsiteY6" fmla="*/ 0 h 3937081"/>
              <a:gd name="connsiteX7" fmla="*/ 3775586 w 6123963"/>
              <a:gd name="connsiteY7" fmla="*/ 0 h 3937081"/>
              <a:gd name="connsiteX8" fmla="*/ 4288880 w 6123963"/>
              <a:gd name="connsiteY8" fmla="*/ 0 h 3937081"/>
              <a:gd name="connsiteX9" fmla="*/ 4914848 w 6123963"/>
              <a:gd name="connsiteY9" fmla="*/ 0 h 3937081"/>
              <a:gd name="connsiteX10" fmla="*/ 5878840 w 6123963"/>
              <a:gd name="connsiteY10" fmla="*/ 0 h 3937081"/>
              <a:gd name="connsiteX11" fmla="*/ 6123963 w 6123963"/>
              <a:gd name="connsiteY11" fmla="*/ 245123 h 3937081"/>
              <a:gd name="connsiteX12" fmla="*/ 6123963 w 6123963"/>
              <a:gd name="connsiteY12" fmla="*/ 900022 h 3937081"/>
              <a:gd name="connsiteX13" fmla="*/ 6123963 w 6123963"/>
              <a:gd name="connsiteY13" fmla="*/ 1520452 h 3937081"/>
              <a:gd name="connsiteX14" fmla="*/ 6123963 w 6123963"/>
              <a:gd name="connsiteY14" fmla="*/ 2175351 h 3937081"/>
              <a:gd name="connsiteX15" fmla="*/ 6123963 w 6123963"/>
              <a:gd name="connsiteY15" fmla="*/ 2864718 h 3937081"/>
              <a:gd name="connsiteX16" fmla="*/ 6123963 w 6123963"/>
              <a:gd name="connsiteY16" fmla="*/ 3691958 h 3937081"/>
              <a:gd name="connsiteX17" fmla="*/ 5878840 w 6123963"/>
              <a:gd name="connsiteY17" fmla="*/ 3937081 h 3937081"/>
              <a:gd name="connsiteX18" fmla="*/ 5140197 w 6123963"/>
              <a:gd name="connsiteY18" fmla="*/ 3937081 h 3937081"/>
              <a:gd name="connsiteX19" fmla="*/ 4683240 w 6123963"/>
              <a:gd name="connsiteY19" fmla="*/ 3937081 h 3937081"/>
              <a:gd name="connsiteX20" fmla="*/ 4000934 w 6123963"/>
              <a:gd name="connsiteY20" fmla="*/ 3937081 h 3937081"/>
              <a:gd name="connsiteX21" fmla="*/ 3431303 w 6123963"/>
              <a:gd name="connsiteY21" fmla="*/ 3937081 h 3937081"/>
              <a:gd name="connsiteX22" fmla="*/ 2861672 w 6123963"/>
              <a:gd name="connsiteY22" fmla="*/ 3937081 h 3937081"/>
              <a:gd name="connsiteX23" fmla="*/ 2292040 w 6123963"/>
              <a:gd name="connsiteY23" fmla="*/ 3937081 h 3937081"/>
              <a:gd name="connsiteX24" fmla="*/ 1553397 w 6123963"/>
              <a:gd name="connsiteY24" fmla="*/ 3937081 h 3937081"/>
              <a:gd name="connsiteX25" fmla="*/ 1096440 w 6123963"/>
              <a:gd name="connsiteY25" fmla="*/ 3937081 h 3937081"/>
              <a:gd name="connsiteX26" fmla="*/ 245123 w 6123963"/>
              <a:gd name="connsiteY26" fmla="*/ 3937081 h 3937081"/>
              <a:gd name="connsiteX27" fmla="*/ 0 w 6123963"/>
              <a:gd name="connsiteY27" fmla="*/ 3691958 h 3937081"/>
              <a:gd name="connsiteX28" fmla="*/ 0 w 6123963"/>
              <a:gd name="connsiteY28" fmla="*/ 3105996 h 3937081"/>
              <a:gd name="connsiteX29" fmla="*/ 0 w 6123963"/>
              <a:gd name="connsiteY29" fmla="*/ 2382161 h 3937081"/>
              <a:gd name="connsiteX30" fmla="*/ 0 w 6123963"/>
              <a:gd name="connsiteY30" fmla="*/ 1692794 h 3937081"/>
              <a:gd name="connsiteX31" fmla="*/ 0 w 6123963"/>
              <a:gd name="connsiteY31" fmla="*/ 934490 h 3937081"/>
              <a:gd name="connsiteX32" fmla="*/ 0 w 6123963"/>
              <a:gd name="connsiteY32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123963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566813" y="-21524"/>
                  <a:pt x="687393" y="7177"/>
                  <a:pt x="983766" y="0"/>
                </a:cubicBezTo>
                <a:cubicBezTo>
                  <a:pt x="1280139" y="-7177"/>
                  <a:pt x="1291179" y="-14881"/>
                  <a:pt x="1553397" y="0"/>
                </a:cubicBezTo>
                <a:cubicBezTo>
                  <a:pt x="1815615" y="14881"/>
                  <a:pt x="1822542" y="7067"/>
                  <a:pt x="2066691" y="0"/>
                </a:cubicBezTo>
                <a:cubicBezTo>
                  <a:pt x="2310840" y="-7067"/>
                  <a:pt x="2389179" y="-24048"/>
                  <a:pt x="2579986" y="0"/>
                </a:cubicBezTo>
                <a:cubicBezTo>
                  <a:pt x="2770794" y="24048"/>
                  <a:pt x="2989606" y="25360"/>
                  <a:pt x="3093280" y="0"/>
                </a:cubicBezTo>
                <a:cubicBezTo>
                  <a:pt x="3196954" y="-25360"/>
                  <a:pt x="3591070" y="-379"/>
                  <a:pt x="3775586" y="0"/>
                </a:cubicBezTo>
                <a:cubicBezTo>
                  <a:pt x="3960102" y="379"/>
                  <a:pt x="4079861" y="-17218"/>
                  <a:pt x="4288880" y="0"/>
                </a:cubicBezTo>
                <a:cubicBezTo>
                  <a:pt x="4497899" y="17218"/>
                  <a:pt x="4744975" y="26316"/>
                  <a:pt x="4914848" y="0"/>
                </a:cubicBezTo>
                <a:cubicBezTo>
                  <a:pt x="5084721" y="-26316"/>
                  <a:pt x="5470784" y="-18597"/>
                  <a:pt x="5878840" y="0"/>
                </a:cubicBezTo>
                <a:cubicBezTo>
                  <a:pt x="5993975" y="-24658"/>
                  <a:pt x="6127146" y="107676"/>
                  <a:pt x="6123963" y="245123"/>
                </a:cubicBezTo>
                <a:cubicBezTo>
                  <a:pt x="6134845" y="544534"/>
                  <a:pt x="6098163" y="755317"/>
                  <a:pt x="6123963" y="900022"/>
                </a:cubicBezTo>
                <a:cubicBezTo>
                  <a:pt x="6149763" y="1044727"/>
                  <a:pt x="6153554" y="1255359"/>
                  <a:pt x="6123963" y="1520452"/>
                </a:cubicBezTo>
                <a:cubicBezTo>
                  <a:pt x="6094373" y="1785545"/>
                  <a:pt x="6153658" y="1988072"/>
                  <a:pt x="6123963" y="2175351"/>
                </a:cubicBezTo>
                <a:cubicBezTo>
                  <a:pt x="6094268" y="2362630"/>
                  <a:pt x="6128369" y="2535562"/>
                  <a:pt x="6123963" y="2864718"/>
                </a:cubicBezTo>
                <a:cubicBezTo>
                  <a:pt x="6119557" y="3193874"/>
                  <a:pt x="6106947" y="3353190"/>
                  <a:pt x="6123963" y="3691958"/>
                </a:cubicBezTo>
                <a:cubicBezTo>
                  <a:pt x="6154384" y="3812605"/>
                  <a:pt x="6010771" y="3934889"/>
                  <a:pt x="5878840" y="3937081"/>
                </a:cubicBezTo>
                <a:cubicBezTo>
                  <a:pt x="5614622" y="3910642"/>
                  <a:pt x="5332624" y="3926079"/>
                  <a:pt x="5140197" y="3937081"/>
                </a:cubicBezTo>
                <a:cubicBezTo>
                  <a:pt x="4947770" y="3948083"/>
                  <a:pt x="4808517" y="3917499"/>
                  <a:pt x="4683240" y="3937081"/>
                </a:cubicBezTo>
                <a:cubicBezTo>
                  <a:pt x="4557963" y="3956663"/>
                  <a:pt x="4180087" y="3932952"/>
                  <a:pt x="4000934" y="3937081"/>
                </a:cubicBezTo>
                <a:cubicBezTo>
                  <a:pt x="3821781" y="3941210"/>
                  <a:pt x="3679587" y="3930937"/>
                  <a:pt x="3431303" y="3937081"/>
                </a:cubicBezTo>
                <a:cubicBezTo>
                  <a:pt x="3183019" y="3943225"/>
                  <a:pt x="3038094" y="3911759"/>
                  <a:pt x="2861672" y="3937081"/>
                </a:cubicBezTo>
                <a:cubicBezTo>
                  <a:pt x="2685250" y="3962403"/>
                  <a:pt x="2547487" y="3914945"/>
                  <a:pt x="2292040" y="3937081"/>
                </a:cubicBezTo>
                <a:cubicBezTo>
                  <a:pt x="2036593" y="3959217"/>
                  <a:pt x="1899695" y="3953746"/>
                  <a:pt x="1553397" y="3937081"/>
                </a:cubicBezTo>
                <a:cubicBezTo>
                  <a:pt x="1207099" y="3920416"/>
                  <a:pt x="1320279" y="3926720"/>
                  <a:pt x="1096440" y="3937081"/>
                </a:cubicBezTo>
                <a:cubicBezTo>
                  <a:pt x="872601" y="3947442"/>
                  <a:pt x="582357" y="3919626"/>
                  <a:pt x="245123" y="3937081"/>
                </a:cubicBezTo>
                <a:cubicBezTo>
                  <a:pt x="114746" y="3936688"/>
                  <a:pt x="11728" y="3834881"/>
                  <a:pt x="0" y="3691958"/>
                </a:cubicBezTo>
                <a:cubicBezTo>
                  <a:pt x="-28912" y="3448638"/>
                  <a:pt x="1322" y="3393311"/>
                  <a:pt x="0" y="3105996"/>
                </a:cubicBezTo>
                <a:cubicBezTo>
                  <a:pt x="-1322" y="2818681"/>
                  <a:pt x="-4409" y="2729384"/>
                  <a:pt x="0" y="2382161"/>
                </a:cubicBezTo>
                <a:cubicBezTo>
                  <a:pt x="4409" y="2034939"/>
                  <a:pt x="19819" y="1992224"/>
                  <a:pt x="0" y="1692794"/>
                </a:cubicBezTo>
                <a:cubicBezTo>
                  <a:pt x="-19819" y="1393364"/>
                  <a:pt x="-36546" y="1300227"/>
                  <a:pt x="0" y="934490"/>
                </a:cubicBezTo>
                <a:cubicBezTo>
                  <a:pt x="36546" y="568753"/>
                  <a:pt x="27756" y="405729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F4134A-FEA2-65C6-FB0E-BEE3E1430B6D}"/>
              </a:ext>
            </a:extLst>
          </p:cNvPr>
          <p:cNvSpPr txBox="1"/>
          <p:nvPr/>
        </p:nvSpPr>
        <p:spPr>
          <a:xfrm>
            <a:off x="1350624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Propulsion System Only Information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C7FBBCF-C4E5-F6FD-E1B9-3157F4A5CEF1}"/>
              </a:ext>
            </a:extLst>
          </p:cNvPr>
          <p:cNvSpPr/>
          <p:nvPr/>
        </p:nvSpPr>
        <p:spPr>
          <a:xfrm>
            <a:off x="6635691" y="2119769"/>
            <a:ext cx="4792911" cy="3937081"/>
          </a:xfrm>
          <a:custGeom>
            <a:avLst/>
            <a:gdLst>
              <a:gd name="connsiteX0" fmla="*/ 0 w 4792911"/>
              <a:gd name="connsiteY0" fmla="*/ 245123 h 3937081"/>
              <a:gd name="connsiteX1" fmla="*/ 245123 w 4792911"/>
              <a:gd name="connsiteY1" fmla="*/ 0 h 3937081"/>
              <a:gd name="connsiteX2" fmla="*/ 945843 w 4792911"/>
              <a:gd name="connsiteY2" fmla="*/ 0 h 3937081"/>
              <a:gd name="connsiteX3" fmla="*/ 1517483 w 4792911"/>
              <a:gd name="connsiteY3" fmla="*/ 0 h 3937081"/>
              <a:gd name="connsiteX4" fmla="*/ 2046096 w 4792911"/>
              <a:gd name="connsiteY4" fmla="*/ 0 h 3937081"/>
              <a:gd name="connsiteX5" fmla="*/ 2574709 w 4792911"/>
              <a:gd name="connsiteY5" fmla="*/ 0 h 3937081"/>
              <a:gd name="connsiteX6" fmla="*/ 3103322 w 4792911"/>
              <a:gd name="connsiteY6" fmla="*/ 0 h 3937081"/>
              <a:gd name="connsiteX7" fmla="*/ 3761015 w 4792911"/>
              <a:gd name="connsiteY7" fmla="*/ 0 h 3937081"/>
              <a:gd name="connsiteX8" fmla="*/ 4547788 w 4792911"/>
              <a:gd name="connsiteY8" fmla="*/ 0 h 3937081"/>
              <a:gd name="connsiteX9" fmla="*/ 4792911 w 4792911"/>
              <a:gd name="connsiteY9" fmla="*/ 245123 h 3937081"/>
              <a:gd name="connsiteX10" fmla="*/ 4792911 w 4792911"/>
              <a:gd name="connsiteY10" fmla="*/ 900022 h 3937081"/>
              <a:gd name="connsiteX11" fmla="*/ 4792911 w 4792911"/>
              <a:gd name="connsiteY11" fmla="*/ 1554920 h 3937081"/>
              <a:gd name="connsiteX12" fmla="*/ 4792911 w 4792911"/>
              <a:gd name="connsiteY12" fmla="*/ 2140882 h 3937081"/>
              <a:gd name="connsiteX13" fmla="*/ 4792911 w 4792911"/>
              <a:gd name="connsiteY13" fmla="*/ 2761313 h 3937081"/>
              <a:gd name="connsiteX14" fmla="*/ 4792911 w 4792911"/>
              <a:gd name="connsiteY14" fmla="*/ 3691958 h 3937081"/>
              <a:gd name="connsiteX15" fmla="*/ 4547788 w 4792911"/>
              <a:gd name="connsiteY15" fmla="*/ 3937081 h 3937081"/>
              <a:gd name="connsiteX16" fmla="*/ 3890095 w 4792911"/>
              <a:gd name="connsiteY16" fmla="*/ 3937081 h 3937081"/>
              <a:gd name="connsiteX17" fmla="*/ 3318455 w 4792911"/>
              <a:gd name="connsiteY17" fmla="*/ 3937081 h 3937081"/>
              <a:gd name="connsiteX18" fmla="*/ 2660762 w 4792911"/>
              <a:gd name="connsiteY18" fmla="*/ 3937081 h 3937081"/>
              <a:gd name="connsiteX19" fmla="*/ 2175176 w 4792911"/>
              <a:gd name="connsiteY19" fmla="*/ 3937081 h 3937081"/>
              <a:gd name="connsiteX20" fmla="*/ 1517483 w 4792911"/>
              <a:gd name="connsiteY20" fmla="*/ 3937081 h 3937081"/>
              <a:gd name="connsiteX21" fmla="*/ 945843 w 4792911"/>
              <a:gd name="connsiteY21" fmla="*/ 3937081 h 3937081"/>
              <a:gd name="connsiteX22" fmla="*/ 245123 w 4792911"/>
              <a:gd name="connsiteY22" fmla="*/ 3937081 h 3937081"/>
              <a:gd name="connsiteX23" fmla="*/ 0 w 4792911"/>
              <a:gd name="connsiteY23" fmla="*/ 3691958 h 3937081"/>
              <a:gd name="connsiteX24" fmla="*/ 0 w 4792911"/>
              <a:gd name="connsiteY24" fmla="*/ 3071528 h 3937081"/>
              <a:gd name="connsiteX25" fmla="*/ 0 w 4792911"/>
              <a:gd name="connsiteY25" fmla="*/ 2382161 h 3937081"/>
              <a:gd name="connsiteX26" fmla="*/ 0 w 4792911"/>
              <a:gd name="connsiteY26" fmla="*/ 1692794 h 3937081"/>
              <a:gd name="connsiteX27" fmla="*/ 0 w 4792911"/>
              <a:gd name="connsiteY27" fmla="*/ 1072363 h 3937081"/>
              <a:gd name="connsiteX28" fmla="*/ 0 w 4792911"/>
              <a:gd name="connsiteY28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792911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453123" y="18075"/>
                  <a:pt x="755479" y="10932"/>
                  <a:pt x="945843" y="0"/>
                </a:cubicBezTo>
                <a:cubicBezTo>
                  <a:pt x="1136207" y="-10932"/>
                  <a:pt x="1251887" y="26482"/>
                  <a:pt x="1517483" y="0"/>
                </a:cubicBezTo>
                <a:cubicBezTo>
                  <a:pt x="1783079" y="-26482"/>
                  <a:pt x="1921035" y="-13904"/>
                  <a:pt x="2046096" y="0"/>
                </a:cubicBezTo>
                <a:cubicBezTo>
                  <a:pt x="2171157" y="13904"/>
                  <a:pt x="2348548" y="-8806"/>
                  <a:pt x="2574709" y="0"/>
                </a:cubicBezTo>
                <a:cubicBezTo>
                  <a:pt x="2800870" y="8806"/>
                  <a:pt x="2945803" y="7326"/>
                  <a:pt x="3103322" y="0"/>
                </a:cubicBezTo>
                <a:cubicBezTo>
                  <a:pt x="3260841" y="-7326"/>
                  <a:pt x="3456182" y="18350"/>
                  <a:pt x="3761015" y="0"/>
                </a:cubicBezTo>
                <a:cubicBezTo>
                  <a:pt x="4065848" y="-18350"/>
                  <a:pt x="4228316" y="-36511"/>
                  <a:pt x="4547788" y="0"/>
                </a:cubicBezTo>
                <a:cubicBezTo>
                  <a:pt x="4683659" y="-5848"/>
                  <a:pt x="4802471" y="103527"/>
                  <a:pt x="4792911" y="245123"/>
                </a:cubicBezTo>
                <a:cubicBezTo>
                  <a:pt x="4797346" y="457189"/>
                  <a:pt x="4816624" y="591309"/>
                  <a:pt x="4792911" y="900022"/>
                </a:cubicBezTo>
                <a:cubicBezTo>
                  <a:pt x="4769198" y="1208735"/>
                  <a:pt x="4776453" y="1348477"/>
                  <a:pt x="4792911" y="1554920"/>
                </a:cubicBezTo>
                <a:cubicBezTo>
                  <a:pt x="4809369" y="1761363"/>
                  <a:pt x="4783397" y="1864777"/>
                  <a:pt x="4792911" y="2140882"/>
                </a:cubicBezTo>
                <a:cubicBezTo>
                  <a:pt x="4802425" y="2416987"/>
                  <a:pt x="4764546" y="2493878"/>
                  <a:pt x="4792911" y="2761313"/>
                </a:cubicBezTo>
                <a:cubicBezTo>
                  <a:pt x="4821276" y="3028748"/>
                  <a:pt x="4802995" y="3475152"/>
                  <a:pt x="4792911" y="3691958"/>
                </a:cubicBezTo>
                <a:cubicBezTo>
                  <a:pt x="4807611" y="3817434"/>
                  <a:pt x="4675349" y="3944732"/>
                  <a:pt x="4547788" y="3937081"/>
                </a:cubicBezTo>
                <a:cubicBezTo>
                  <a:pt x="4345921" y="3955944"/>
                  <a:pt x="4045757" y="3934310"/>
                  <a:pt x="3890095" y="3937081"/>
                </a:cubicBezTo>
                <a:cubicBezTo>
                  <a:pt x="3734433" y="3939852"/>
                  <a:pt x="3575556" y="3942262"/>
                  <a:pt x="3318455" y="3937081"/>
                </a:cubicBezTo>
                <a:cubicBezTo>
                  <a:pt x="3061354" y="3931900"/>
                  <a:pt x="2814037" y="3919208"/>
                  <a:pt x="2660762" y="3937081"/>
                </a:cubicBezTo>
                <a:cubicBezTo>
                  <a:pt x="2507487" y="3954954"/>
                  <a:pt x="2360289" y="3931994"/>
                  <a:pt x="2175176" y="3937081"/>
                </a:cubicBezTo>
                <a:cubicBezTo>
                  <a:pt x="1990063" y="3942168"/>
                  <a:pt x="1675721" y="3925386"/>
                  <a:pt x="1517483" y="3937081"/>
                </a:cubicBezTo>
                <a:cubicBezTo>
                  <a:pt x="1359245" y="3948776"/>
                  <a:pt x="1105547" y="3962346"/>
                  <a:pt x="945843" y="3937081"/>
                </a:cubicBezTo>
                <a:cubicBezTo>
                  <a:pt x="786139" y="3911816"/>
                  <a:pt x="574641" y="3921337"/>
                  <a:pt x="245123" y="3937081"/>
                </a:cubicBezTo>
                <a:cubicBezTo>
                  <a:pt x="112211" y="3930600"/>
                  <a:pt x="-5376" y="3856563"/>
                  <a:pt x="0" y="3691958"/>
                </a:cubicBezTo>
                <a:cubicBezTo>
                  <a:pt x="25589" y="3556407"/>
                  <a:pt x="-2892" y="3328416"/>
                  <a:pt x="0" y="3071528"/>
                </a:cubicBezTo>
                <a:cubicBezTo>
                  <a:pt x="2892" y="2814640"/>
                  <a:pt x="-17416" y="2567633"/>
                  <a:pt x="0" y="2382161"/>
                </a:cubicBezTo>
                <a:cubicBezTo>
                  <a:pt x="17416" y="2196689"/>
                  <a:pt x="19615" y="2017637"/>
                  <a:pt x="0" y="1692794"/>
                </a:cubicBezTo>
                <a:cubicBezTo>
                  <a:pt x="-19615" y="1367951"/>
                  <a:pt x="-2117" y="1270018"/>
                  <a:pt x="0" y="1072363"/>
                </a:cubicBezTo>
                <a:cubicBezTo>
                  <a:pt x="2117" y="874708"/>
                  <a:pt x="24126" y="558805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5C25656-2761-1BDF-E3A1-48456C9256D2}"/>
              </a:ext>
            </a:extLst>
          </p:cNvPr>
          <p:cNvSpPr txBox="1"/>
          <p:nvPr/>
        </p:nvSpPr>
        <p:spPr>
          <a:xfrm>
            <a:off x="7010397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Payload Only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/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blipFill>
                <a:blip r:embed="rId8"/>
                <a:stretch>
                  <a:fillRect l="-985" b="-68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91036A4-FA5E-24C1-EEBC-7761FDB4363D}"/>
              </a:ext>
            </a:extLst>
          </p:cNvPr>
          <p:cNvSpPr/>
          <p:nvPr/>
        </p:nvSpPr>
        <p:spPr>
          <a:xfrm>
            <a:off x="2583809" y="3271706"/>
            <a:ext cx="1560352" cy="335560"/>
          </a:xfrm>
          <a:custGeom>
            <a:avLst/>
            <a:gdLst>
              <a:gd name="connsiteX0" fmla="*/ 0 w 1560352"/>
              <a:gd name="connsiteY0" fmla="*/ 335560 h 335560"/>
              <a:gd name="connsiteX1" fmla="*/ 67112 w 1560352"/>
              <a:gd name="connsiteY1" fmla="*/ 318782 h 335560"/>
              <a:gd name="connsiteX2" fmla="*/ 142613 w 1560352"/>
              <a:gd name="connsiteY2" fmla="*/ 310393 h 335560"/>
              <a:gd name="connsiteX3" fmla="*/ 243281 w 1560352"/>
              <a:gd name="connsiteY3" fmla="*/ 276837 h 335560"/>
              <a:gd name="connsiteX4" fmla="*/ 276837 w 1560352"/>
              <a:gd name="connsiteY4" fmla="*/ 251670 h 335560"/>
              <a:gd name="connsiteX5" fmla="*/ 352338 w 1560352"/>
              <a:gd name="connsiteY5" fmla="*/ 209725 h 335560"/>
              <a:gd name="connsiteX6" fmla="*/ 419450 w 1560352"/>
              <a:gd name="connsiteY6" fmla="*/ 159391 h 335560"/>
              <a:gd name="connsiteX7" fmla="*/ 469784 w 1560352"/>
              <a:gd name="connsiteY7" fmla="*/ 117446 h 335560"/>
              <a:gd name="connsiteX8" fmla="*/ 494951 w 1560352"/>
              <a:gd name="connsiteY8" fmla="*/ 109057 h 335560"/>
              <a:gd name="connsiteX9" fmla="*/ 562063 w 1560352"/>
              <a:gd name="connsiteY9" fmla="*/ 58723 h 335560"/>
              <a:gd name="connsiteX10" fmla="*/ 620785 w 1560352"/>
              <a:gd name="connsiteY10" fmla="*/ 41945 h 335560"/>
              <a:gd name="connsiteX11" fmla="*/ 696286 w 1560352"/>
              <a:gd name="connsiteY11" fmla="*/ 16778 h 335560"/>
              <a:gd name="connsiteX12" fmla="*/ 721453 w 1560352"/>
              <a:gd name="connsiteY12" fmla="*/ 8389 h 335560"/>
              <a:gd name="connsiteX13" fmla="*/ 763398 w 1560352"/>
              <a:gd name="connsiteY13" fmla="*/ 0 h 335560"/>
              <a:gd name="connsiteX14" fmla="*/ 1132514 w 1560352"/>
              <a:gd name="connsiteY14" fmla="*/ 8389 h 335560"/>
              <a:gd name="connsiteX15" fmla="*/ 1216404 w 1560352"/>
              <a:gd name="connsiteY15" fmla="*/ 33556 h 335560"/>
              <a:gd name="connsiteX16" fmla="*/ 1283516 w 1560352"/>
              <a:gd name="connsiteY16" fmla="*/ 58723 h 335560"/>
              <a:gd name="connsiteX17" fmla="*/ 1333850 w 1560352"/>
              <a:gd name="connsiteY17" fmla="*/ 75501 h 335560"/>
              <a:gd name="connsiteX18" fmla="*/ 1392573 w 1560352"/>
              <a:gd name="connsiteY18" fmla="*/ 109057 h 335560"/>
              <a:gd name="connsiteX19" fmla="*/ 1459685 w 1560352"/>
              <a:gd name="connsiteY19" fmla="*/ 142613 h 335560"/>
              <a:gd name="connsiteX20" fmla="*/ 1535185 w 1560352"/>
              <a:gd name="connsiteY20" fmla="*/ 151002 h 335560"/>
              <a:gd name="connsiteX21" fmla="*/ 1560352 w 1560352"/>
              <a:gd name="connsiteY21" fmla="*/ 167780 h 33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60352" h="335560">
                <a:moveTo>
                  <a:pt x="0" y="335560"/>
                </a:moveTo>
                <a:cubicBezTo>
                  <a:pt x="22371" y="329967"/>
                  <a:pt x="44404" y="322789"/>
                  <a:pt x="67112" y="318782"/>
                </a:cubicBezTo>
                <a:cubicBezTo>
                  <a:pt x="92049" y="314381"/>
                  <a:pt x="117980" y="316258"/>
                  <a:pt x="142613" y="310393"/>
                </a:cubicBezTo>
                <a:cubicBezTo>
                  <a:pt x="177022" y="302200"/>
                  <a:pt x="243281" y="276837"/>
                  <a:pt x="243281" y="276837"/>
                </a:cubicBezTo>
                <a:cubicBezTo>
                  <a:pt x="254466" y="268448"/>
                  <a:pt x="264981" y="259080"/>
                  <a:pt x="276837" y="251670"/>
                </a:cubicBezTo>
                <a:cubicBezTo>
                  <a:pt x="358981" y="200330"/>
                  <a:pt x="255334" y="276882"/>
                  <a:pt x="352338" y="209725"/>
                </a:cubicBezTo>
                <a:cubicBezTo>
                  <a:pt x="375329" y="193808"/>
                  <a:pt x="397968" y="177293"/>
                  <a:pt x="419450" y="159391"/>
                </a:cubicBezTo>
                <a:cubicBezTo>
                  <a:pt x="436228" y="145409"/>
                  <a:pt x="451612" y="129561"/>
                  <a:pt x="469784" y="117446"/>
                </a:cubicBezTo>
                <a:cubicBezTo>
                  <a:pt x="477142" y="112541"/>
                  <a:pt x="486562" y="111853"/>
                  <a:pt x="494951" y="109057"/>
                </a:cubicBezTo>
                <a:cubicBezTo>
                  <a:pt x="524063" y="79945"/>
                  <a:pt x="520368" y="79570"/>
                  <a:pt x="562063" y="58723"/>
                </a:cubicBezTo>
                <a:cubicBezTo>
                  <a:pt x="576158" y="51675"/>
                  <a:pt x="607347" y="45976"/>
                  <a:pt x="620785" y="41945"/>
                </a:cubicBezTo>
                <a:lnTo>
                  <a:pt x="696286" y="16778"/>
                </a:lnTo>
                <a:cubicBezTo>
                  <a:pt x="704675" y="13982"/>
                  <a:pt x="712782" y="10123"/>
                  <a:pt x="721453" y="8389"/>
                </a:cubicBezTo>
                <a:lnTo>
                  <a:pt x="763398" y="0"/>
                </a:lnTo>
                <a:lnTo>
                  <a:pt x="1132514" y="8389"/>
                </a:lnTo>
                <a:cubicBezTo>
                  <a:pt x="1170272" y="9930"/>
                  <a:pt x="1181237" y="21834"/>
                  <a:pt x="1216404" y="33556"/>
                </a:cubicBezTo>
                <a:cubicBezTo>
                  <a:pt x="1379869" y="88044"/>
                  <a:pt x="1111900" y="-9923"/>
                  <a:pt x="1283516" y="58723"/>
                </a:cubicBezTo>
                <a:cubicBezTo>
                  <a:pt x="1299937" y="65291"/>
                  <a:pt x="1333850" y="75501"/>
                  <a:pt x="1333850" y="75501"/>
                </a:cubicBezTo>
                <a:cubicBezTo>
                  <a:pt x="1399409" y="124671"/>
                  <a:pt x="1338375" y="84422"/>
                  <a:pt x="1392573" y="109057"/>
                </a:cubicBezTo>
                <a:cubicBezTo>
                  <a:pt x="1415342" y="119407"/>
                  <a:pt x="1434827" y="139851"/>
                  <a:pt x="1459685" y="142613"/>
                </a:cubicBezTo>
                <a:lnTo>
                  <a:pt x="1535185" y="151002"/>
                </a:lnTo>
                <a:lnTo>
                  <a:pt x="1560352" y="16778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85155EB5-C761-2269-2596-91919C0E6AB4}"/>
              </a:ext>
            </a:extLst>
          </p:cNvPr>
          <p:cNvSpPr/>
          <p:nvPr/>
        </p:nvSpPr>
        <p:spPr>
          <a:xfrm>
            <a:off x="8925886" y="4790114"/>
            <a:ext cx="1224793" cy="226503"/>
          </a:xfrm>
          <a:custGeom>
            <a:avLst/>
            <a:gdLst>
              <a:gd name="connsiteX0" fmla="*/ 0 w 1224793"/>
              <a:gd name="connsiteY0" fmla="*/ 226503 h 226503"/>
              <a:gd name="connsiteX1" fmla="*/ 41945 w 1224793"/>
              <a:gd name="connsiteY1" fmla="*/ 192947 h 226503"/>
              <a:gd name="connsiteX2" fmla="*/ 67112 w 1224793"/>
              <a:gd name="connsiteY2" fmla="*/ 167780 h 226503"/>
              <a:gd name="connsiteX3" fmla="*/ 100668 w 1224793"/>
              <a:gd name="connsiteY3" fmla="*/ 151002 h 226503"/>
              <a:gd name="connsiteX4" fmla="*/ 134224 w 1224793"/>
              <a:gd name="connsiteY4" fmla="*/ 117446 h 226503"/>
              <a:gd name="connsiteX5" fmla="*/ 176169 w 1224793"/>
              <a:gd name="connsiteY5" fmla="*/ 92279 h 226503"/>
              <a:gd name="connsiteX6" fmla="*/ 209725 w 1224793"/>
              <a:gd name="connsiteY6" fmla="*/ 67112 h 226503"/>
              <a:gd name="connsiteX7" fmla="*/ 251670 w 1224793"/>
              <a:gd name="connsiteY7" fmla="*/ 50334 h 226503"/>
              <a:gd name="connsiteX8" fmla="*/ 310393 w 1224793"/>
              <a:gd name="connsiteY8" fmla="*/ 16778 h 226503"/>
              <a:gd name="connsiteX9" fmla="*/ 486562 w 1224793"/>
              <a:gd name="connsiteY9" fmla="*/ 0 h 226503"/>
              <a:gd name="connsiteX10" fmla="*/ 822121 w 1224793"/>
              <a:gd name="connsiteY10" fmla="*/ 8389 h 226503"/>
              <a:gd name="connsiteX11" fmla="*/ 864066 w 1224793"/>
              <a:gd name="connsiteY11" fmla="*/ 16778 h 226503"/>
              <a:gd name="connsiteX12" fmla="*/ 947956 w 1224793"/>
              <a:gd name="connsiteY12" fmla="*/ 58723 h 226503"/>
              <a:gd name="connsiteX13" fmla="*/ 981512 w 1224793"/>
              <a:gd name="connsiteY13" fmla="*/ 75501 h 226503"/>
              <a:gd name="connsiteX14" fmla="*/ 1040235 w 1224793"/>
              <a:gd name="connsiteY14" fmla="*/ 92279 h 226503"/>
              <a:gd name="connsiteX15" fmla="*/ 1082180 w 1224793"/>
              <a:gd name="connsiteY15" fmla="*/ 109057 h 226503"/>
              <a:gd name="connsiteX16" fmla="*/ 1115736 w 1224793"/>
              <a:gd name="connsiteY16" fmla="*/ 117446 h 226503"/>
              <a:gd name="connsiteX17" fmla="*/ 1157681 w 1224793"/>
              <a:gd name="connsiteY17" fmla="*/ 134224 h 226503"/>
              <a:gd name="connsiteX18" fmla="*/ 1224793 w 1224793"/>
              <a:gd name="connsiteY18" fmla="*/ 142613 h 22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24793" h="226503">
                <a:moveTo>
                  <a:pt x="0" y="226503"/>
                </a:moveTo>
                <a:cubicBezTo>
                  <a:pt x="13982" y="215318"/>
                  <a:pt x="28470" y="204738"/>
                  <a:pt x="41945" y="192947"/>
                </a:cubicBezTo>
                <a:cubicBezTo>
                  <a:pt x="50873" y="185135"/>
                  <a:pt x="57458" y="174676"/>
                  <a:pt x="67112" y="167780"/>
                </a:cubicBezTo>
                <a:cubicBezTo>
                  <a:pt x="77288" y="160511"/>
                  <a:pt x="90664" y="158505"/>
                  <a:pt x="100668" y="151002"/>
                </a:cubicBezTo>
                <a:cubicBezTo>
                  <a:pt x="113323" y="141511"/>
                  <a:pt x="121738" y="127158"/>
                  <a:pt x="134224" y="117446"/>
                </a:cubicBezTo>
                <a:cubicBezTo>
                  <a:pt x="147095" y="107436"/>
                  <a:pt x="162602" y="101324"/>
                  <a:pt x="176169" y="92279"/>
                </a:cubicBezTo>
                <a:cubicBezTo>
                  <a:pt x="187802" y="84523"/>
                  <a:pt x="197503" y="73902"/>
                  <a:pt x="209725" y="67112"/>
                </a:cubicBezTo>
                <a:cubicBezTo>
                  <a:pt x="222889" y="59799"/>
                  <a:pt x="238506" y="57647"/>
                  <a:pt x="251670" y="50334"/>
                </a:cubicBezTo>
                <a:cubicBezTo>
                  <a:pt x="291733" y="28077"/>
                  <a:pt x="272321" y="24392"/>
                  <a:pt x="310393" y="16778"/>
                </a:cubicBezTo>
                <a:cubicBezTo>
                  <a:pt x="364602" y="5936"/>
                  <a:pt x="435475" y="3649"/>
                  <a:pt x="486562" y="0"/>
                </a:cubicBezTo>
                <a:lnTo>
                  <a:pt x="822121" y="8389"/>
                </a:lnTo>
                <a:cubicBezTo>
                  <a:pt x="836365" y="9022"/>
                  <a:pt x="850827" y="11483"/>
                  <a:pt x="864066" y="16778"/>
                </a:cubicBezTo>
                <a:cubicBezTo>
                  <a:pt x="893094" y="28389"/>
                  <a:pt x="919993" y="44741"/>
                  <a:pt x="947956" y="58723"/>
                </a:cubicBezTo>
                <a:cubicBezTo>
                  <a:pt x="959141" y="64316"/>
                  <a:pt x="969380" y="72468"/>
                  <a:pt x="981512" y="75501"/>
                </a:cubicBezTo>
                <a:cubicBezTo>
                  <a:pt x="1007955" y="82112"/>
                  <a:pt x="1016165" y="83253"/>
                  <a:pt x="1040235" y="92279"/>
                </a:cubicBezTo>
                <a:cubicBezTo>
                  <a:pt x="1054335" y="97566"/>
                  <a:pt x="1067894" y="104295"/>
                  <a:pt x="1082180" y="109057"/>
                </a:cubicBezTo>
                <a:cubicBezTo>
                  <a:pt x="1093118" y="112703"/>
                  <a:pt x="1104798" y="113800"/>
                  <a:pt x="1115736" y="117446"/>
                </a:cubicBezTo>
                <a:cubicBezTo>
                  <a:pt x="1130022" y="122208"/>
                  <a:pt x="1143153" y="130262"/>
                  <a:pt x="1157681" y="134224"/>
                </a:cubicBezTo>
                <a:cubicBezTo>
                  <a:pt x="1191812" y="143532"/>
                  <a:pt x="1198147" y="142613"/>
                  <a:pt x="1224793" y="142613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/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blipFill>
                <a:blip r:embed="rId9"/>
                <a:stretch>
                  <a:fillRect r="-1863"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/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blipFill>
                <a:blip r:embed="rId10"/>
                <a:stretch>
                  <a:fillRect r="-3077" b="-50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/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blipFill>
                <a:blip r:embed="rId11"/>
                <a:stretch>
                  <a:fillRect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/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blipFill>
                <a:blip r:embed="rId12"/>
                <a:stretch>
                  <a:fillRect r="-1875" b="-51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0EEE59-CE78-C629-FFFA-C005E67D6164}"/>
              </a:ext>
            </a:extLst>
          </p:cNvPr>
          <p:cNvSpPr/>
          <p:nvPr/>
        </p:nvSpPr>
        <p:spPr>
          <a:xfrm>
            <a:off x="2249010" y="2525085"/>
            <a:ext cx="2756001" cy="2145855"/>
          </a:xfrm>
          <a:custGeom>
            <a:avLst/>
            <a:gdLst>
              <a:gd name="connsiteX0" fmla="*/ 0 w 2756001"/>
              <a:gd name="connsiteY0" fmla="*/ 256988 h 2145855"/>
              <a:gd name="connsiteX1" fmla="*/ 256988 w 2756001"/>
              <a:gd name="connsiteY1" fmla="*/ 0 h 2145855"/>
              <a:gd name="connsiteX2" fmla="*/ 750234 w 2756001"/>
              <a:gd name="connsiteY2" fmla="*/ 0 h 2145855"/>
              <a:gd name="connsiteX3" fmla="*/ 1243479 w 2756001"/>
              <a:gd name="connsiteY3" fmla="*/ 0 h 2145855"/>
              <a:gd name="connsiteX4" fmla="*/ 1759145 w 2756001"/>
              <a:gd name="connsiteY4" fmla="*/ 0 h 2145855"/>
              <a:gd name="connsiteX5" fmla="*/ 2499013 w 2756001"/>
              <a:gd name="connsiteY5" fmla="*/ 0 h 2145855"/>
              <a:gd name="connsiteX6" fmla="*/ 2756001 w 2756001"/>
              <a:gd name="connsiteY6" fmla="*/ 256988 h 2145855"/>
              <a:gd name="connsiteX7" fmla="*/ 2756001 w 2756001"/>
              <a:gd name="connsiteY7" fmla="*/ 751991 h 2145855"/>
              <a:gd name="connsiteX8" fmla="*/ 2756001 w 2756001"/>
              <a:gd name="connsiteY8" fmla="*/ 1312270 h 2145855"/>
              <a:gd name="connsiteX9" fmla="*/ 2756001 w 2756001"/>
              <a:gd name="connsiteY9" fmla="*/ 1888867 h 2145855"/>
              <a:gd name="connsiteX10" fmla="*/ 2499013 w 2756001"/>
              <a:gd name="connsiteY10" fmla="*/ 2145855 h 2145855"/>
              <a:gd name="connsiteX11" fmla="*/ 1960927 w 2756001"/>
              <a:gd name="connsiteY11" fmla="*/ 2145855 h 2145855"/>
              <a:gd name="connsiteX12" fmla="*/ 1445261 w 2756001"/>
              <a:gd name="connsiteY12" fmla="*/ 2145855 h 2145855"/>
              <a:gd name="connsiteX13" fmla="*/ 952016 w 2756001"/>
              <a:gd name="connsiteY13" fmla="*/ 2145855 h 2145855"/>
              <a:gd name="connsiteX14" fmla="*/ 256988 w 2756001"/>
              <a:gd name="connsiteY14" fmla="*/ 2145855 h 2145855"/>
              <a:gd name="connsiteX15" fmla="*/ 0 w 2756001"/>
              <a:gd name="connsiteY15" fmla="*/ 1888867 h 2145855"/>
              <a:gd name="connsiteX16" fmla="*/ 0 w 2756001"/>
              <a:gd name="connsiteY16" fmla="*/ 1312270 h 2145855"/>
              <a:gd name="connsiteX17" fmla="*/ 0 w 2756001"/>
              <a:gd name="connsiteY17" fmla="*/ 768310 h 2145855"/>
              <a:gd name="connsiteX18" fmla="*/ 0 w 2756001"/>
              <a:gd name="connsiteY18" fmla="*/ 256988 h 214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756001" h="2145855" extrusionOk="0">
                <a:moveTo>
                  <a:pt x="0" y="256988"/>
                </a:moveTo>
                <a:cubicBezTo>
                  <a:pt x="-8817" y="85157"/>
                  <a:pt x="96752" y="-3271"/>
                  <a:pt x="256988" y="0"/>
                </a:cubicBezTo>
                <a:cubicBezTo>
                  <a:pt x="373005" y="-22407"/>
                  <a:pt x="614817" y="53015"/>
                  <a:pt x="750234" y="0"/>
                </a:cubicBezTo>
                <a:cubicBezTo>
                  <a:pt x="885651" y="-53015"/>
                  <a:pt x="1087263" y="12716"/>
                  <a:pt x="1243479" y="0"/>
                </a:cubicBezTo>
                <a:cubicBezTo>
                  <a:pt x="1399695" y="-12716"/>
                  <a:pt x="1584998" y="29944"/>
                  <a:pt x="1759145" y="0"/>
                </a:cubicBezTo>
                <a:cubicBezTo>
                  <a:pt x="1933292" y="-29944"/>
                  <a:pt x="2215842" y="61496"/>
                  <a:pt x="2499013" y="0"/>
                </a:cubicBezTo>
                <a:cubicBezTo>
                  <a:pt x="2626162" y="35155"/>
                  <a:pt x="2743590" y="116013"/>
                  <a:pt x="2756001" y="256988"/>
                </a:cubicBezTo>
                <a:cubicBezTo>
                  <a:pt x="2759212" y="422953"/>
                  <a:pt x="2740370" y="541703"/>
                  <a:pt x="2756001" y="751991"/>
                </a:cubicBezTo>
                <a:cubicBezTo>
                  <a:pt x="2771632" y="962279"/>
                  <a:pt x="2702744" y="1119966"/>
                  <a:pt x="2756001" y="1312270"/>
                </a:cubicBezTo>
                <a:cubicBezTo>
                  <a:pt x="2809258" y="1504574"/>
                  <a:pt x="2692659" y="1666382"/>
                  <a:pt x="2756001" y="1888867"/>
                </a:cubicBezTo>
                <a:cubicBezTo>
                  <a:pt x="2758005" y="2039886"/>
                  <a:pt x="2631389" y="2147800"/>
                  <a:pt x="2499013" y="2145855"/>
                </a:cubicBezTo>
                <a:cubicBezTo>
                  <a:pt x="2344016" y="2203761"/>
                  <a:pt x="2227016" y="2128613"/>
                  <a:pt x="1960927" y="2145855"/>
                </a:cubicBezTo>
                <a:cubicBezTo>
                  <a:pt x="1694838" y="2163097"/>
                  <a:pt x="1614040" y="2133521"/>
                  <a:pt x="1445261" y="2145855"/>
                </a:cubicBezTo>
                <a:cubicBezTo>
                  <a:pt x="1276482" y="2158189"/>
                  <a:pt x="1195911" y="2125844"/>
                  <a:pt x="952016" y="2145855"/>
                </a:cubicBezTo>
                <a:cubicBezTo>
                  <a:pt x="708121" y="2165866"/>
                  <a:pt x="547516" y="2087205"/>
                  <a:pt x="256988" y="2145855"/>
                </a:cubicBezTo>
                <a:cubicBezTo>
                  <a:pt x="116874" y="2130221"/>
                  <a:pt x="15787" y="2000797"/>
                  <a:pt x="0" y="1888867"/>
                </a:cubicBezTo>
                <a:cubicBezTo>
                  <a:pt x="-58110" y="1714240"/>
                  <a:pt x="52311" y="1582176"/>
                  <a:pt x="0" y="1312270"/>
                </a:cubicBezTo>
                <a:cubicBezTo>
                  <a:pt x="-52311" y="1042364"/>
                  <a:pt x="20330" y="958099"/>
                  <a:pt x="0" y="768310"/>
                </a:cubicBezTo>
                <a:cubicBezTo>
                  <a:pt x="-20330" y="578521"/>
                  <a:pt x="60048" y="415317"/>
                  <a:pt x="0" y="256988"/>
                </a:cubicBezTo>
                <a:close/>
              </a:path>
            </a:pathLst>
          </a:custGeom>
          <a:noFill/>
          <a:ln w="571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700988">
                  <a:prstGeom prst="roundRect">
                    <a:avLst>
                      <a:gd name="adj" fmla="val 1197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71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4A0D4C8B-9EC3-C08F-BE23-BA0C74B2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735" y="2572982"/>
            <a:ext cx="2097312" cy="2029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TPA and One-way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C1B3B-A56B-74A2-67E9-A1DEEDF2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4" y="3859474"/>
            <a:ext cx="2037602" cy="203278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69D1E6C-2B7C-F616-BBCC-5201E252A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047" y="3890933"/>
            <a:ext cx="1832743" cy="202996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69C9E2E-4D85-5ECF-CE0B-49F6AA4B7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309" y="4317349"/>
            <a:ext cx="2697651" cy="1399573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9FBD516-B7C2-82C1-E198-E52B60165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787" y="2696161"/>
            <a:ext cx="2585472" cy="1399573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6C838CD-3525-027A-1132-EE53125EB300}"/>
              </a:ext>
            </a:extLst>
          </p:cNvPr>
          <p:cNvSpPr/>
          <p:nvPr/>
        </p:nvSpPr>
        <p:spPr>
          <a:xfrm>
            <a:off x="310392" y="2119770"/>
            <a:ext cx="6123963" cy="3937081"/>
          </a:xfrm>
          <a:custGeom>
            <a:avLst/>
            <a:gdLst>
              <a:gd name="connsiteX0" fmla="*/ 0 w 6123963"/>
              <a:gd name="connsiteY0" fmla="*/ 245123 h 3937081"/>
              <a:gd name="connsiteX1" fmla="*/ 245123 w 6123963"/>
              <a:gd name="connsiteY1" fmla="*/ 0 h 3937081"/>
              <a:gd name="connsiteX2" fmla="*/ 983766 w 6123963"/>
              <a:gd name="connsiteY2" fmla="*/ 0 h 3937081"/>
              <a:gd name="connsiteX3" fmla="*/ 1553397 w 6123963"/>
              <a:gd name="connsiteY3" fmla="*/ 0 h 3937081"/>
              <a:gd name="connsiteX4" fmla="*/ 2066691 w 6123963"/>
              <a:gd name="connsiteY4" fmla="*/ 0 h 3937081"/>
              <a:gd name="connsiteX5" fmla="*/ 2579986 w 6123963"/>
              <a:gd name="connsiteY5" fmla="*/ 0 h 3937081"/>
              <a:gd name="connsiteX6" fmla="*/ 3093280 w 6123963"/>
              <a:gd name="connsiteY6" fmla="*/ 0 h 3937081"/>
              <a:gd name="connsiteX7" fmla="*/ 3775586 w 6123963"/>
              <a:gd name="connsiteY7" fmla="*/ 0 h 3937081"/>
              <a:gd name="connsiteX8" fmla="*/ 4288880 w 6123963"/>
              <a:gd name="connsiteY8" fmla="*/ 0 h 3937081"/>
              <a:gd name="connsiteX9" fmla="*/ 4914848 w 6123963"/>
              <a:gd name="connsiteY9" fmla="*/ 0 h 3937081"/>
              <a:gd name="connsiteX10" fmla="*/ 5878840 w 6123963"/>
              <a:gd name="connsiteY10" fmla="*/ 0 h 3937081"/>
              <a:gd name="connsiteX11" fmla="*/ 6123963 w 6123963"/>
              <a:gd name="connsiteY11" fmla="*/ 245123 h 3937081"/>
              <a:gd name="connsiteX12" fmla="*/ 6123963 w 6123963"/>
              <a:gd name="connsiteY12" fmla="*/ 900022 h 3937081"/>
              <a:gd name="connsiteX13" fmla="*/ 6123963 w 6123963"/>
              <a:gd name="connsiteY13" fmla="*/ 1520452 h 3937081"/>
              <a:gd name="connsiteX14" fmla="*/ 6123963 w 6123963"/>
              <a:gd name="connsiteY14" fmla="*/ 2175351 h 3937081"/>
              <a:gd name="connsiteX15" fmla="*/ 6123963 w 6123963"/>
              <a:gd name="connsiteY15" fmla="*/ 2864718 h 3937081"/>
              <a:gd name="connsiteX16" fmla="*/ 6123963 w 6123963"/>
              <a:gd name="connsiteY16" fmla="*/ 3691958 h 3937081"/>
              <a:gd name="connsiteX17" fmla="*/ 5878840 w 6123963"/>
              <a:gd name="connsiteY17" fmla="*/ 3937081 h 3937081"/>
              <a:gd name="connsiteX18" fmla="*/ 5140197 w 6123963"/>
              <a:gd name="connsiteY18" fmla="*/ 3937081 h 3937081"/>
              <a:gd name="connsiteX19" fmla="*/ 4683240 w 6123963"/>
              <a:gd name="connsiteY19" fmla="*/ 3937081 h 3937081"/>
              <a:gd name="connsiteX20" fmla="*/ 4000934 w 6123963"/>
              <a:gd name="connsiteY20" fmla="*/ 3937081 h 3937081"/>
              <a:gd name="connsiteX21" fmla="*/ 3431303 w 6123963"/>
              <a:gd name="connsiteY21" fmla="*/ 3937081 h 3937081"/>
              <a:gd name="connsiteX22" fmla="*/ 2861672 w 6123963"/>
              <a:gd name="connsiteY22" fmla="*/ 3937081 h 3937081"/>
              <a:gd name="connsiteX23" fmla="*/ 2292040 w 6123963"/>
              <a:gd name="connsiteY23" fmla="*/ 3937081 h 3937081"/>
              <a:gd name="connsiteX24" fmla="*/ 1553397 w 6123963"/>
              <a:gd name="connsiteY24" fmla="*/ 3937081 h 3937081"/>
              <a:gd name="connsiteX25" fmla="*/ 1096440 w 6123963"/>
              <a:gd name="connsiteY25" fmla="*/ 3937081 h 3937081"/>
              <a:gd name="connsiteX26" fmla="*/ 245123 w 6123963"/>
              <a:gd name="connsiteY26" fmla="*/ 3937081 h 3937081"/>
              <a:gd name="connsiteX27" fmla="*/ 0 w 6123963"/>
              <a:gd name="connsiteY27" fmla="*/ 3691958 h 3937081"/>
              <a:gd name="connsiteX28" fmla="*/ 0 w 6123963"/>
              <a:gd name="connsiteY28" fmla="*/ 3105996 h 3937081"/>
              <a:gd name="connsiteX29" fmla="*/ 0 w 6123963"/>
              <a:gd name="connsiteY29" fmla="*/ 2382161 h 3937081"/>
              <a:gd name="connsiteX30" fmla="*/ 0 w 6123963"/>
              <a:gd name="connsiteY30" fmla="*/ 1692794 h 3937081"/>
              <a:gd name="connsiteX31" fmla="*/ 0 w 6123963"/>
              <a:gd name="connsiteY31" fmla="*/ 934490 h 3937081"/>
              <a:gd name="connsiteX32" fmla="*/ 0 w 6123963"/>
              <a:gd name="connsiteY32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123963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566813" y="-21524"/>
                  <a:pt x="687393" y="7177"/>
                  <a:pt x="983766" y="0"/>
                </a:cubicBezTo>
                <a:cubicBezTo>
                  <a:pt x="1280139" y="-7177"/>
                  <a:pt x="1291179" y="-14881"/>
                  <a:pt x="1553397" y="0"/>
                </a:cubicBezTo>
                <a:cubicBezTo>
                  <a:pt x="1815615" y="14881"/>
                  <a:pt x="1822542" y="7067"/>
                  <a:pt x="2066691" y="0"/>
                </a:cubicBezTo>
                <a:cubicBezTo>
                  <a:pt x="2310840" y="-7067"/>
                  <a:pt x="2389179" y="-24048"/>
                  <a:pt x="2579986" y="0"/>
                </a:cubicBezTo>
                <a:cubicBezTo>
                  <a:pt x="2770794" y="24048"/>
                  <a:pt x="2989606" y="25360"/>
                  <a:pt x="3093280" y="0"/>
                </a:cubicBezTo>
                <a:cubicBezTo>
                  <a:pt x="3196954" y="-25360"/>
                  <a:pt x="3591070" y="-379"/>
                  <a:pt x="3775586" y="0"/>
                </a:cubicBezTo>
                <a:cubicBezTo>
                  <a:pt x="3960102" y="379"/>
                  <a:pt x="4079861" y="-17218"/>
                  <a:pt x="4288880" y="0"/>
                </a:cubicBezTo>
                <a:cubicBezTo>
                  <a:pt x="4497899" y="17218"/>
                  <a:pt x="4744975" y="26316"/>
                  <a:pt x="4914848" y="0"/>
                </a:cubicBezTo>
                <a:cubicBezTo>
                  <a:pt x="5084721" y="-26316"/>
                  <a:pt x="5470784" y="-18597"/>
                  <a:pt x="5878840" y="0"/>
                </a:cubicBezTo>
                <a:cubicBezTo>
                  <a:pt x="5993975" y="-24658"/>
                  <a:pt x="6127146" y="107676"/>
                  <a:pt x="6123963" y="245123"/>
                </a:cubicBezTo>
                <a:cubicBezTo>
                  <a:pt x="6134845" y="544534"/>
                  <a:pt x="6098163" y="755317"/>
                  <a:pt x="6123963" y="900022"/>
                </a:cubicBezTo>
                <a:cubicBezTo>
                  <a:pt x="6149763" y="1044727"/>
                  <a:pt x="6153554" y="1255359"/>
                  <a:pt x="6123963" y="1520452"/>
                </a:cubicBezTo>
                <a:cubicBezTo>
                  <a:pt x="6094373" y="1785545"/>
                  <a:pt x="6153658" y="1988072"/>
                  <a:pt x="6123963" y="2175351"/>
                </a:cubicBezTo>
                <a:cubicBezTo>
                  <a:pt x="6094268" y="2362630"/>
                  <a:pt x="6128369" y="2535562"/>
                  <a:pt x="6123963" y="2864718"/>
                </a:cubicBezTo>
                <a:cubicBezTo>
                  <a:pt x="6119557" y="3193874"/>
                  <a:pt x="6106947" y="3353190"/>
                  <a:pt x="6123963" y="3691958"/>
                </a:cubicBezTo>
                <a:cubicBezTo>
                  <a:pt x="6154384" y="3812605"/>
                  <a:pt x="6010771" y="3934889"/>
                  <a:pt x="5878840" y="3937081"/>
                </a:cubicBezTo>
                <a:cubicBezTo>
                  <a:pt x="5614622" y="3910642"/>
                  <a:pt x="5332624" y="3926079"/>
                  <a:pt x="5140197" y="3937081"/>
                </a:cubicBezTo>
                <a:cubicBezTo>
                  <a:pt x="4947770" y="3948083"/>
                  <a:pt x="4808517" y="3917499"/>
                  <a:pt x="4683240" y="3937081"/>
                </a:cubicBezTo>
                <a:cubicBezTo>
                  <a:pt x="4557963" y="3956663"/>
                  <a:pt x="4180087" y="3932952"/>
                  <a:pt x="4000934" y="3937081"/>
                </a:cubicBezTo>
                <a:cubicBezTo>
                  <a:pt x="3821781" y="3941210"/>
                  <a:pt x="3679587" y="3930937"/>
                  <a:pt x="3431303" y="3937081"/>
                </a:cubicBezTo>
                <a:cubicBezTo>
                  <a:pt x="3183019" y="3943225"/>
                  <a:pt x="3038094" y="3911759"/>
                  <a:pt x="2861672" y="3937081"/>
                </a:cubicBezTo>
                <a:cubicBezTo>
                  <a:pt x="2685250" y="3962403"/>
                  <a:pt x="2547487" y="3914945"/>
                  <a:pt x="2292040" y="3937081"/>
                </a:cubicBezTo>
                <a:cubicBezTo>
                  <a:pt x="2036593" y="3959217"/>
                  <a:pt x="1899695" y="3953746"/>
                  <a:pt x="1553397" y="3937081"/>
                </a:cubicBezTo>
                <a:cubicBezTo>
                  <a:pt x="1207099" y="3920416"/>
                  <a:pt x="1320279" y="3926720"/>
                  <a:pt x="1096440" y="3937081"/>
                </a:cubicBezTo>
                <a:cubicBezTo>
                  <a:pt x="872601" y="3947442"/>
                  <a:pt x="582357" y="3919626"/>
                  <a:pt x="245123" y="3937081"/>
                </a:cubicBezTo>
                <a:cubicBezTo>
                  <a:pt x="114746" y="3936688"/>
                  <a:pt x="11728" y="3834881"/>
                  <a:pt x="0" y="3691958"/>
                </a:cubicBezTo>
                <a:cubicBezTo>
                  <a:pt x="-28912" y="3448638"/>
                  <a:pt x="1322" y="3393311"/>
                  <a:pt x="0" y="3105996"/>
                </a:cubicBezTo>
                <a:cubicBezTo>
                  <a:pt x="-1322" y="2818681"/>
                  <a:pt x="-4409" y="2729384"/>
                  <a:pt x="0" y="2382161"/>
                </a:cubicBezTo>
                <a:cubicBezTo>
                  <a:pt x="4409" y="2034939"/>
                  <a:pt x="19819" y="1992224"/>
                  <a:pt x="0" y="1692794"/>
                </a:cubicBezTo>
                <a:cubicBezTo>
                  <a:pt x="-19819" y="1393364"/>
                  <a:pt x="-36546" y="1300227"/>
                  <a:pt x="0" y="934490"/>
                </a:cubicBezTo>
                <a:cubicBezTo>
                  <a:pt x="36546" y="568753"/>
                  <a:pt x="27756" y="405729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F4134A-FEA2-65C6-FB0E-BEE3E1430B6D}"/>
              </a:ext>
            </a:extLst>
          </p:cNvPr>
          <p:cNvSpPr txBox="1"/>
          <p:nvPr/>
        </p:nvSpPr>
        <p:spPr>
          <a:xfrm>
            <a:off x="1350624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Propulsion System Only Information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C7FBBCF-C4E5-F6FD-E1B9-3157F4A5CEF1}"/>
              </a:ext>
            </a:extLst>
          </p:cNvPr>
          <p:cNvSpPr/>
          <p:nvPr/>
        </p:nvSpPr>
        <p:spPr>
          <a:xfrm>
            <a:off x="6635691" y="2119769"/>
            <a:ext cx="4792911" cy="3937081"/>
          </a:xfrm>
          <a:custGeom>
            <a:avLst/>
            <a:gdLst>
              <a:gd name="connsiteX0" fmla="*/ 0 w 4792911"/>
              <a:gd name="connsiteY0" fmla="*/ 245123 h 3937081"/>
              <a:gd name="connsiteX1" fmla="*/ 245123 w 4792911"/>
              <a:gd name="connsiteY1" fmla="*/ 0 h 3937081"/>
              <a:gd name="connsiteX2" fmla="*/ 945843 w 4792911"/>
              <a:gd name="connsiteY2" fmla="*/ 0 h 3937081"/>
              <a:gd name="connsiteX3" fmla="*/ 1517483 w 4792911"/>
              <a:gd name="connsiteY3" fmla="*/ 0 h 3937081"/>
              <a:gd name="connsiteX4" fmla="*/ 2046096 w 4792911"/>
              <a:gd name="connsiteY4" fmla="*/ 0 h 3937081"/>
              <a:gd name="connsiteX5" fmla="*/ 2574709 w 4792911"/>
              <a:gd name="connsiteY5" fmla="*/ 0 h 3937081"/>
              <a:gd name="connsiteX6" fmla="*/ 3103322 w 4792911"/>
              <a:gd name="connsiteY6" fmla="*/ 0 h 3937081"/>
              <a:gd name="connsiteX7" fmla="*/ 3761015 w 4792911"/>
              <a:gd name="connsiteY7" fmla="*/ 0 h 3937081"/>
              <a:gd name="connsiteX8" fmla="*/ 4547788 w 4792911"/>
              <a:gd name="connsiteY8" fmla="*/ 0 h 3937081"/>
              <a:gd name="connsiteX9" fmla="*/ 4792911 w 4792911"/>
              <a:gd name="connsiteY9" fmla="*/ 245123 h 3937081"/>
              <a:gd name="connsiteX10" fmla="*/ 4792911 w 4792911"/>
              <a:gd name="connsiteY10" fmla="*/ 900022 h 3937081"/>
              <a:gd name="connsiteX11" fmla="*/ 4792911 w 4792911"/>
              <a:gd name="connsiteY11" fmla="*/ 1554920 h 3937081"/>
              <a:gd name="connsiteX12" fmla="*/ 4792911 w 4792911"/>
              <a:gd name="connsiteY12" fmla="*/ 2140882 h 3937081"/>
              <a:gd name="connsiteX13" fmla="*/ 4792911 w 4792911"/>
              <a:gd name="connsiteY13" fmla="*/ 2761313 h 3937081"/>
              <a:gd name="connsiteX14" fmla="*/ 4792911 w 4792911"/>
              <a:gd name="connsiteY14" fmla="*/ 3691958 h 3937081"/>
              <a:gd name="connsiteX15" fmla="*/ 4547788 w 4792911"/>
              <a:gd name="connsiteY15" fmla="*/ 3937081 h 3937081"/>
              <a:gd name="connsiteX16" fmla="*/ 3890095 w 4792911"/>
              <a:gd name="connsiteY16" fmla="*/ 3937081 h 3937081"/>
              <a:gd name="connsiteX17" fmla="*/ 3318455 w 4792911"/>
              <a:gd name="connsiteY17" fmla="*/ 3937081 h 3937081"/>
              <a:gd name="connsiteX18" fmla="*/ 2660762 w 4792911"/>
              <a:gd name="connsiteY18" fmla="*/ 3937081 h 3937081"/>
              <a:gd name="connsiteX19" fmla="*/ 2175176 w 4792911"/>
              <a:gd name="connsiteY19" fmla="*/ 3937081 h 3937081"/>
              <a:gd name="connsiteX20" fmla="*/ 1517483 w 4792911"/>
              <a:gd name="connsiteY20" fmla="*/ 3937081 h 3937081"/>
              <a:gd name="connsiteX21" fmla="*/ 945843 w 4792911"/>
              <a:gd name="connsiteY21" fmla="*/ 3937081 h 3937081"/>
              <a:gd name="connsiteX22" fmla="*/ 245123 w 4792911"/>
              <a:gd name="connsiteY22" fmla="*/ 3937081 h 3937081"/>
              <a:gd name="connsiteX23" fmla="*/ 0 w 4792911"/>
              <a:gd name="connsiteY23" fmla="*/ 3691958 h 3937081"/>
              <a:gd name="connsiteX24" fmla="*/ 0 w 4792911"/>
              <a:gd name="connsiteY24" fmla="*/ 3071528 h 3937081"/>
              <a:gd name="connsiteX25" fmla="*/ 0 w 4792911"/>
              <a:gd name="connsiteY25" fmla="*/ 2382161 h 3937081"/>
              <a:gd name="connsiteX26" fmla="*/ 0 w 4792911"/>
              <a:gd name="connsiteY26" fmla="*/ 1692794 h 3937081"/>
              <a:gd name="connsiteX27" fmla="*/ 0 w 4792911"/>
              <a:gd name="connsiteY27" fmla="*/ 1072363 h 3937081"/>
              <a:gd name="connsiteX28" fmla="*/ 0 w 4792911"/>
              <a:gd name="connsiteY28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792911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453123" y="18075"/>
                  <a:pt x="755479" y="10932"/>
                  <a:pt x="945843" y="0"/>
                </a:cubicBezTo>
                <a:cubicBezTo>
                  <a:pt x="1136207" y="-10932"/>
                  <a:pt x="1251887" y="26482"/>
                  <a:pt x="1517483" y="0"/>
                </a:cubicBezTo>
                <a:cubicBezTo>
                  <a:pt x="1783079" y="-26482"/>
                  <a:pt x="1921035" y="-13904"/>
                  <a:pt x="2046096" y="0"/>
                </a:cubicBezTo>
                <a:cubicBezTo>
                  <a:pt x="2171157" y="13904"/>
                  <a:pt x="2348548" y="-8806"/>
                  <a:pt x="2574709" y="0"/>
                </a:cubicBezTo>
                <a:cubicBezTo>
                  <a:pt x="2800870" y="8806"/>
                  <a:pt x="2945803" y="7326"/>
                  <a:pt x="3103322" y="0"/>
                </a:cubicBezTo>
                <a:cubicBezTo>
                  <a:pt x="3260841" y="-7326"/>
                  <a:pt x="3456182" y="18350"/>
                  <a:pt x="3761015" y="0"/>
                </a:cubicBezTo>
                <a:cubicBezTo>
                  <a:pt x="4065848" y="-18350"/>
                  <a:pt x="4228316" y="-36511"/>
                  <a:pt x="4547788" y="0"/>
                </a:cubicBezTo>
                <a:cubicBezTo>
                  <a:pt x="4683659" y="-5848"/>
                  <a:pt x="4802471" y="103527"/>
                  <a:pt x="4792911" y="245123"/>
                </a:cubicBezTo>
                <a:cubicBezTo>
                  <a:pt x="4797346" y="457189"/>
                  <a:pt x="4816624" y="591309"/>
                  <a:pt x="4792911" y="900022"/>
                </a:cubicBezTo>
                <a:cubicBezTo>
                  <a:pt x="4769198" y="1208735"/>
                  <a:pt x="4776453" y="1348477"/>
                  <a:pt x="4792911" y="1554920"/>
                </a:cubicBezTo>
                <a:cubicBezTo>
                  <a:pt x="4809369" y="1761363"/>
                  <a:pt x="4783397" y="1864777"/>
                  <a:pt x="4792911" y="2140882"/>
                </a:cubicBezTo>
                <a:cubicBezTo>
                  <a:pt x="4802425" y="2416987"/>
                  <a:pt x="4764546" y="2493878"/>
                  <a:pt x="4792911" y="2761313"/>
                </a:cubicBezTo>
                <a:cubicBezTo>
                  <a:pt x="4821276" y="3028748"/>
                  <a:pt x="4802995" y="3475152"/>
                  <a:pt x="4792911" y="3691958"/>
                </a:cubicBezTo>
                <a:cubicBezTo>
                  <a:pt x="4807611" y="3817434"/>
                  <a:pt x="4675349" y="3944732"/>
                  <a:pt x="4547788" y="3937081"/>
                </a:cubicBezTo>
                <a:cubicBezTo>
                  <a:pt x="4345921" y="3955944"/>
                  <a:pt x="4045757" y="3934310"/>
                  <a:pt x="3890095" y="3937081"/>
                </a:cubicBezTo>
                <a:cubicBezTo>
                  <a:pt x="3734433" y="3939852"/>
                  <a:pt x="3575556" y="3942262"/>
                  <a:pt x="3318455" y="3937081"/>
                </a:cubicBezTo>
                <a:cubicBezTo>
                  <a:pt x="3061354" y="3931900"/>
                  <a:pt x="2814037" y="3919208"/>
                  <a:pt x="2660762" y="3937081"/>
                </a:cubicBezTo>
                <a:cubicBezTo>
                  <a:pt x="2507487" y="3954954"/>
                  <a:pt x="2360289" y="3931994"/>
                  <a:pt x="2175176" y="3937081"/>
                </a:cubicBezTo>
                <a:cubicBezTo>
                  <a:pt x="1990063" y="3942168"/>
                  <a:pt x="1675721" y="3925386"/>
                  <a:pt x="1517483" y="3937081"/>
                </a:cubicBezTo>
                <a:cubicBezTo>
                  <a:pt x="1359245" y="3948776"/>
                  <a:pt x="1105547" y="3962346"/>
                  <a:pt x="945843" y="3937081"/>
                </a:cubicBezTo>
                <a:cubicBezTo>
                  <a:pt x="786139" y="3911816"/>
                  <a:pt x="574641" y="3921337"/>
                  <a:pt x="245123" y="3937081"/>
                </a:cubicBezTo>
                <a:cubicBezTo>
                  <a:pt x="112211" y="3930600"/>
                  <a:pt x="-5376" y="3856563"/>
                  <a:pt x="0" y="3691958"/>
                </a:cubicBezTo>
                <a:cubicBezTo>
                  <a:pt x="25589" y="3556407"/>
                  <a:pt x="-2892" y="3328416"/>
                  <a:pt x="0" y="3071528"/>
                </a:cubicBezTo>
                <a:cubicBezTo>
                  <a:pt x="2892" y="2814640"/>
                  <a:pt x="-17416" y="2567633"/>
                  <a:pt x="0" y="2382161"/>
                </a:cubicBezTo>
                <a:cubicBezTo>
                  <a:pt x="17416" y="2196689"/>
                  <a:pt x="19615" y="2017637"/>
                  <a:pt x="0" y="1692794"/>
                </a:cubicBezTo>
                <a:cubicBezTo>
                  <a:pt x="-19615" y="1367951"/>
                  <a:pt x="-2117" y="1270018"/>
                  <a:pt x="0" y="1072363"/>
                </a:cubicBezTo>
                <a:cubicBezTo>
                  <a:pt x="2117" y="874708"/>
                  <a:pt x="24126" y="558805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5C25656-2761-1BDF-E3A1-48456C9256D2}"/>
              </a:ext>
            </a:extLst>
          </p:cNvPr>
          <p:cNvSpPr txBox="1"/>
          <p:nvPr/>
        </p:nvSpPr>
        <p:spPr>
          <a:xfrm>
            <a:off x="7010397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Payload Only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/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blipFill>
                <a:blip r:embed="rId8"/>
                <a:stretch>
                  <a:fillRect l="-985" b="-68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91036A4-FA5E-24C1-EEBC-7761FDB4363D}"/>
              </a:ext>
            </a:extLst>
          </p:cNvPr>
          <p:cNvSpPr/>
          <p:nvPr/>
        </p:nvSpPr>
        <p:spPr>
          <a:xfrm>
            <a:off x="2583809" y="3271706"/>
            <a:ext cx="1560352" cy="335560"/>
          </a:xfrm>
          <a:custGeom>
            <a:avLst/>
            <a:gdLst>
              <a:gd name="connsiteX0" fmla="*/ 0 w 1560352"/>
              <a:gd name="connsiteY0" fmla="*/ 335560 h 335560"/>
              <a:gd name="connsiteX1" fmla="*/ 67112 w 1560352"/>
              <a:gd name="connsiteY1" fmla="*/ 318782 h 335560"/>
              <a:gd name="connsiteX2" fmla="*/ 142613 w 1560352"/>
              <a:gd name="connsiteY2" fmla="*/ 310393 h 335560"/>
              <a:gd name="connsiteX3" fmla="*/ 243281 w 1560352"/>
              <a:gd name="connsiteY3" fmla="*/ 276837 h 335560"/>
              <a:gd name="connsiteX4" fmla="*/ 276837 w 1560352"/>
              <a:gd name="connsiteY4" fmla="*/ 251670 h 335560"/>
              <a:gd name="connsiteX5" fmla="*/ 352338 w 1560352"/>
              <a:gd name="connsiteY5" fmla="*/ 209725 h 335560"/>
              <a:gd name="connsiteX6" fmla="*/ 419450 w 1560352"/>
              <a:gd name="connsiteY6" fmla="*/ 159391 h 335560"/>
              <a:gd name="connsiteX7" fmla="*/ 469784 w 1560352"/>
              <a:gd name="connsiteY7" fmla="*/ 117446 h 335560"/>
              <a:gd name="connsiteX8" fmla="*/ 494951 w 1560352"/>
              <a:gd name="connsiteY8" fmla="*/ 109057 h 335560"/>
              <a:gd name="connsiteX9" fmla="*/ 562063 w 1560352"/>
              <a:gd name="connsiteY9" fmla="*/ 58723 h 335560"/>
              <a:gd name="connsiteX10" fmla="*/ 620785 w 1560352"/>
              <a:gd name="connsiteY10" fmla="*/ 41945 h 335560"/>
              <a:gd name="connsiteX11" fmla="*/ 696286 w 1560352"/>
              <a:gd name="connsiteY11" fmla="*/ 16778 h 335560"/>
              <a:gd name="connsiteX12" fmla="*/ 721453 w 1560352"/>
              <a:gd name="connsiteY12" fmla="*/ 8389 h 335560"/>
              <a:gd name="connsiteX13" fmla="*/ 763398 w 1560352"/>
              <a:gd name="connsiteY13" fmla="*/ 0 h 335560"/>
              <a:gd name="connsiteX14" fmla="*/ 1132514 w 1560352"/>
              <a:gd name="connsiteY14" fmla="*/ 8389 h 335560"/>
              <a:gd name="connsiteX15" fmla="*/ 1216404 w 1560352"/>
              <a:gd name="connsiteY15" fmla="*/ 33556 h 335560"/>
              <a:gd name="connsiteX16" fmla="*/ 1283516 w 1560352"/>
              <a:gd name="connsiteY16" fmla="*/ 58723 h 335560"/>
              <a:gd name="connsiteX17" fmla="*/ 1333850 w 1560352"/>
              <a:gd name="connsiteY17" fmla="*/ 75501 h 335560"/>
              <a:gd name="connsiteX18" fmla="*/ 1392573 w 1560352"/>
              <a:gd name="connsiteY18" fmla="*/ 109057 h 335560"/>
              <a:gd name="connsiteX19" fmla="*/ 1459685 w 1560352"/>
              <a:gd name="connsiteY19" fmla="*/ 142613 h 335560"/>
              <a:gd name="connsiteX20" fmla="*/ 1535185 w 1560352"/>
              <a:gd name="connsiteY20" fmla="*/ 151002 h 335560"/>
              <a:gd name="connsiteX21" fmla="*/ 1560352 w 1560352"/>
              <a:gd name="connsiteY21" fmla="*/ 167780 h 33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60352" h="335560">
                <a:moveTo>
                  <a:pt x="0" y="335560"/>
                </a:moveTo>
                <a:cubicBezTo>
                  <a:pt x="22371" y="329967"/>
                  <a:pt x="44404" y="322789"/>
                  <a:pt x="67112" y="318782"/>
                </a:cubicBezTo>
                <a:cubicBezTo>
                  <a:pt x="92049" y="314381"/>
                  <a:pt x="117980" y="316258"/>
                  <a:pt x="142613" y="310393"/>
                </a:cubicBezTo>
                <a:cubicBezTo>
                  <a:pt x="177022" y="302200"/>
                  <a:pt x="243281" y="276837"/>
                  <a:pt x="243281" y="276837"/>
                </a:cubicBezTo>
                <a:cubicBezTo>
                  <a:pt x="254466" y="268448"/>
                  <a:pt x="264981" y="259080"/>
                  <a:pt x="276837" y="251670"/>
                </a:cubicBezTo>
                <a:cubicBezTo>
                  <a:pt x="358981" y="200330"/>
                  <a:pt x="255334" y="276882"/>
                  <a:pt x="352338" y="209725"/>
                </a:cubicBezTo>
                <a:cubicBezTo>
                  <a:pt x="375329" y="193808"/>
                  <a:pt x="397968" y="177293"/>
                  <a:pt x="419450" y="159391"/>
                </a:cubicBezTo>
                <a:cubicBezTo>
                  <a:pt x="436228" y="145409"/>
                  <a:pt x="451612" y="129561"/>
                  <a:pt x="469784" y="117446"/>
                </a:cubicBezTo>
                <a:cubicBezTo>
                  <a:pt x="477142" y="112541"/>
                  <a:pt x="486562" y="111853"/>
                  <a:pt x="494951" y="109057"/>
                </a:cubicBezTo>
                <a:cubicBezTo>
                  <a:pt x="524063" y="79945"/>
                  <a:pt x="520368" y="79570"/>
                  <a:pt x="562063" y="58723"/>
                </a:cubicBezTo>
                <a:cubicBezTo>
                  <a:pt x="576158" y="51675"/>
                  <a:pt x="607347" y="45976"/>
                  <a:pt x="620785" y="41945"/>
                </a:cubicBezTo>
                <a:lnTo>
                  <a:pt x="696286" y="16778"/>
                </a:lnTo>
                <a:cubicBezTo>
                  <a:pt x="704675" y="13982"/>
                  <a:pt x="712782" y="10123"/>
                  <a:pt x="721453" y="8389"/>
                </a:cubicBezTo>
                <a:lnTo>
                  <a:pt x="763398" y="0"/>
                </a:lnTo>
                <a:lnTo>
                  <a:pt x="1132514" y="8389"/>
                </a:lnTo>
                <a:cubicBezTo>
                  <a:pt x="1170272" y="9930"/>
                  <a:pt x="1181237" y="21834"/>
                  <a:pt x="1216404" y="33556"/>
                </a:cubicBezTo>
                <a:cubicBezTo>
                  <a:pt x="1379869" y="88044"/>
                  <a:pt x="1111900" y="-9923"/>
                  <a:pt x="1283516" y="58723"/>
                </a:cubicBezTo>
                <a:cubicBezTo>
                  <a:pt x="1299937" y="65291"/>
                  <a:pt x="1333850" y="75501"/>
                  <a:pt x="1333850" y="75501"/>
                </a:cubicBezTo>
                <a:cubicBezTo>
                  <a:pt x="1399409" y="124671"/>
                  <a:pt x="1338375" y="84422"/>
                  <a:pt x="1392573" y="109057"/>
                </a:cubicBezTo>
                <a:cubicBezTo>
                  <a:pt x="1415342" y="119407"/>
                  <a:pt x="1434827" y="139851"/>
                  <a:pt x="1459685" y="142613"/>
                </a:cubicBezTo>
                <a:lnTo>
                  <a:pt x="1535185" y="151002"/>
                </a:lnTo>
                <a:lnTo>
                  <a:pt x="1560352" y="16778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85155EB5-C761-2269-2596-91919C0E6AB4}"/>
              </a:ext>
            </a:extLst>
          </p:cNvPr>
          <p:cNvSpPr/>
          <p:nvPr/>
        </p:nvSpPr>
        <p:spPr>
          <a:xfrm>
            <a:off x="8925886" y="4790114"/>
            <a:ext cx="1224793" cy="226503"/>
          </a:xfrm>
          <a:custGeom>
            <a:avLst/>
            <a:gdLst>
              <a:gd name="connsiteX0" fmla="*/ 0 w 1224793"/>
              <a:gd name="connsiteY0" fmla="*/ 226503 h 226503"/>
              <a:gd name="connsiteX1" fmla="*/ 41945 w 1224793"/>
              <a:gd name="connsiteY1" fmla="*/ 192947 h 226503"/>
              <a:gd name="connsiteX2" fmla="*/ 67112 w 1224793"/>
              <a:gd name="connsiteY2" fmla="*/ 167780 h 226503"/>
              <a:gd name="connsiteX3" fmla="*/ 100668 w 1224793"/>
              <a:gd name="connsiteY3" fmla="*/ 151002 h 226503"/>
              <a:gd name="connsiteX4" fmla="*/ 134224 w 1224793"/>
              <a:gd name="connsiteY4" fmla="*/ 117446 h 226503"/>
              <a:gd name="connsiteX5" fmla="*/ 176169 w 1224793"/>
              <a:gd name="connsiteY5" fmla="*/ 92279 h 226503"/>
              <a:gd name="connsiteX6" fmla="*/ 209725 w 1224793"/>
              <a:gd name="connsiteY6" fmla="*/ 67112 h 226503"/>
              <a:gd name="connsiteX7" fmla="*/ 251670 w 1224793"/>
              <a:gd name="connsiteY7" fmla="*/ 50334 h 226503"/>
              <a:gd name="connsiteX8" fmla="*/ 310393 w 1224793"/>
              <a:gd name="connsiteY8" fmla="*/ 16778 h 226503"/>
              <a:gd name="connsiteX9" fmla="*/ 486562 w 1224793"/>
              <a:gd name="connsiteY9" fmla="*/ 0 h 226503"/>
              <a:gd name="connsiteX10" fmla="*/ 822121 w 1224793"/>
              <a:gd name="connsiteY10" fmla="*/ 8389 h 226503"/>
              <a:gd name="connsiteX11" fmla="*/ 864066 w 1224793"/>
              <a:gd name="connsiteY11" fmla="*/ 16778 h 226503"/>
              <a:gd name="connsiteX12" fmla="*/ 947956 w 1224793"/>
              <a:gd name="connsiteY12" fmla="*/ 58723 h 226503"/>
              <a:gd name="connsiteX13" fmla="*/ 981512 w 1224793"/>
              <a:gd name="connsiteY13" fmla="*/ 75501 h 226503"/>
              <a:gd name="connsiteX14" fmla="*/ 1040235 w 1224793"/>
              <a:gd name="connsiteY14" fmla="*/ 92279 h 226503"/>
              <a:gd name="connsiteX15" fmla="*/ 1082180 w 1224793"/>
              <a:gd name="connsiteY15" fmla="*/ 109057 h 226503"/>
              <a:gd name="connsiteX16" fmla="*/ 1115736 w 1224793"/>
              <a:gd name="connsiteY16" fmla="*/ 117446 h 226503"/>
              <a:gd name="connsiteX17" fmla="*/ 1157681 w 1224793"/>
              <a:gd name="connsiteY17" fmla="*/ 134224 h 226503"/>
              <a:gd name="connsiteX18" fmla="*/ 1224793 w 1224793"/>
              <a:gd name="connsiteY18" fmla="*/ 142613 h 22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24793" h="226503">
                <a:moveTo>
                  <a:pt x="0" y="226503"/>
                </a:moveTo>
                <a:cubicBezTo>
                  <a:pt x="13982" y="215318"/>
                  <a:pt x="28470" y="204738"/>
                  <a:pt x="41945" y="192947"/>
                </a:cubicBezTo>
                <a:cubicBezTo>
                  <a:pt x="50873" y="185135"/>
                  <a:pt x="57458" y="174676"/>
                  <a:pt x="67112" y="167780"/>
                </a:cubicBezTo>
                <a:cubicBezTo>
                  <a:pt x="77288" y="160511"/>
                  <a:pt x="90664" y="158505"/>
                  <a:pt x="100668" y="151002"/>
                </a:cubicBezTo>
                <a:cubicBezTo>
                  <a:pt x="113323" y="141511"/>
                  <a:pt x="121738" y="127158"/>
                  <a:pt x="134224" y="117446"/>
                </a:cubicBezTo>
                <a:cubicBezTo>
                  <a:pt x="147095" y="107436"/>
                  <a:pt x="162602" y="101324"/>
                  <a:pt x="176169" y="92279"/>
                </a:cubicBezTo>
                <a:cubicBezTo>
                  <a:pt x="187802" y="84523"/>
                  <a:pt x="197503" y="73902"/>
                  <a:pt x="209725" y="67112"/>
                </a:cubicBezTo>
                <a:cubicBezTo>
                  <a:pt x="222889" y="59799"/>
                  <a:pt x="238506" y="57647"/>
                  <a:pt x="251670" y="50334"/>
                </a:cubicBezTo>
                <a:cubicBezTo>
                  <a:pt x="291733" y="28077"/>
                  <a:pt x="272321" y="24392"/>
                  <a:pt x="310393" y="16778"/>
                </a:cubicBezTo>
                <a:cubicBezTo>
                  <a:pt x="364602" y="5936"/>
                  <a:pt x="435475" y="3649"/>
                  <a:pt x="486562" y="0"/>
                </a:cubicBezTo>
                <a:lnTo>
                  <a:pt x="822121" y="8389"/>
                </a:lnTo>
                <a:cubicBezTo>
                  <a:pt x="836365" y="9022"/>
                  <a:pt x="850827" y="11483"/>
                  <a:pt x="864066" y="16778"/>
                </a:cubicBezTo>
                <a:cubicBezTo>
                  <a:pt x="893094" y="28389"/>
                  <a:pt x="919993" y="44741"/>
                  <a:pt x="947956" y="58723"/>
                </a:cubicBezTo>
                <a:cubicBezTo>
                  <a:pt x="959141" y="64316"/>
                  <a:pt x="969380" y="72468"/>
                  <a:pt x="981512" y="75501"/>
                </a:cubicBezTo>
                <a:cubicBezTo>
                  <a:pt x="1007955" y="82112"/>
                  <a:pt x="1016165" y="83253"/>
                  <a:pt x="1040235" y="92279"/>
                </a:cubicBezTo>
                <a:cubicBezTo>
                  <a:pt x="1054335" y="97566"/>
                  <a:pt x="1067894" y="104295"/>
                  <a:pt x="1082180" y="109057"/>
                </a:cubicBezTo>
                <a:cubicBezTo>
                  <a:pt x="1093118" y="112703"/>
                  <a:pt x="1104798" y="113800"/>
                  <a:pt x="1115736" y="117446"/>
                </a:cubicBezTo>
                <a:cubicBezTo>
                  <a:pt x="1130022" y="122208"/>
                  <a:pt x="1143153" y="130262"/>
                  <a:pt x="1157681" y="134224"/>
                </a:cubicBezTo>
                <a:cubicBezTo>
                  <a:pt x="1191812" y="143532"/>
                  <a:pt x="1198147" y="142613"/>
                  <a:pt x="1224793" y="142613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/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blipFill>
                <a:blip r:embed="rId9"/>
                <a:stretch>
                  <a:fillRect r="-1863"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/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blipFill>
                <a:blip r:embed="rId10"/>
                <a:stretch>
                  <a:fillRect r="-3077" b="-50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/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blipFill>
                <a:blip r:embed="rId11"/>
                <a:stretch>
                  <a:fillRect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/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blipFill>
                <a:blip r:embed="rId12"/>
                <a:stretch>
                  <a:fillRect r="-1875" b="-51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0EEE59-CE78-C629-FFFA-C005E67D6164}"/>
              </a:ext>
            </a:extLst>
          </p:cNvPr>
          <p:cNvSpPr/>
          <p:nvPr/>
        </p:nvSpPr>
        <p:spPr>
          <a:xfrm>
            <a:off x="4269982" y="3839512"/>
            <a:ext cx="2097312" cy="2145855"/>
          </a:xfrm>
          <a:custGeom>
            <a:avLst/>
            <a:gdLst>
              <a:gd name="connsiteX0" fmla="*/ 0 w 2097312"/>
              <a:gd name="connsiteY0" fmla="*/ 160990 h 2145855"/>
              <a:gd name="connsiteX1" fmla="*/ 160990 w 2097312"/>
              <a:gd name="connsiteY1" fmla="*/ 0 h 2145855"/>
              <a:gd name="connsiteX2" fmla="*/ 699507 w 2097312"/>
              <a:gd name="connsiteY2" fmla="*/ 0 h 2145855"/>
              <a:gd name="connsiteX3" fmla="*/ 1238025 w 2097312"/>
              <a:gd name="connsiteY3" fmla="*/ 0 h 2145855"/>
              <a:gd name="connsiteX4" fmla="*/ 1936322 w 2097312"/>
              <a:gd name="connsiteY4" fmla="*/ 0 h 2145855"/>
              <a:gd name="connsiteX5" fmla="*/ 2097312 w 2097312"/>
              <a:gd name="connsiteY5" fmla="*/ 160990 h 2145855"/>
              <a:gd name="connsiteX6" fmla="*/ 2097312 w 2097312"/>
              <a:gd name="connsiteY6" fmla="*/ 616959 h 2145855"/>
              <a:gd name="connsiteX7" fmla="*/ 2097312 w 2097312"/>
              <a:gd name="connsiteY7" fmla="*/ 1036450 h 2145855"/>
              <a:gd name="connsiteX8" fmla="*/ 2097312 w 2097312"/>
              <a:gd name="connsiteY8" fmla="*/ 1510658 h 2145855"/>
              <a:gd name="connsiteX9" fmla="*/ 2097312 w 2097312"/>
              <a:gd name="connsiteY9" fmla="*/ 1984865 h 2145855"/>
              <a:gd name="connsiteX10" fmla="*/ 1936322 w 2097312"/>
              <a:gd name="connsiteY10" fmla="*/ 2145855 h 2145855"/>
              <a:gd name="connsiteX11" fmla="*/ 1362298 w 2097312"/>
              <a:gd name="connsiteY11" fmla="*/ 2145855 h 2145855"/>
              <a:gd name="connsiteX12" fmla="*/ 806027 w 2097312"/>
              <a:gd name="connsiteY12" fmla="*/ 2145855 h 2145855"/>
              <a:gd name="connsiteX13" fmla="*/ 160990 w 2097312"/>
              <a:gd name="connsiteY13" fmla="*/ 2145855 h 2145855"/>
              <a:gd name="connsiteX14" fmla="*/ 0 w 2097312"/>
              <a:gd name="connsiteY14" fmla="*/ 1984865 h 2145855"/>
              <a:gd name="connsiteX15" fmla="*/ 0 w 2097312"/>
              <a:gd name="connsiteY15" fmla="*/ 1565374 h 2145855"/>
              <a:gd name="connsiteX16" fmla="*/ 0 w 2097312"/>
              <a:gd name="connsiteY16" fmla="*/ 1072928 h 2145855"/>
              <a:gd name="connsiteX17" fmla="*/ 0 w 2097312"/>
              <a:gd name="connsiteY17" fmla="*/ 616959 h 2145855"/>
              <a:gd name="connsiteX18" fmla="*/ 0 w 2097312"/>
              <a:gd name="connsiteY18" fmla="*/ 160990 h 214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097312" h="2145855" extrusionOk="0">
                <a:moveTo>
                  <a:pt x="0" y="160990"/>
                </a:moveTo>
                <a:cubicBezTo>
                  <a:pt x="-1774" y="66062"/>
                  <a:pt x="67676" y="-787"/>
                  <a:pt x="160990" y="0"/>
                </a:cubicBezTo>
                <a:cubicBezTo>
                  <a:pt x="369550" y="-30241"/>
                  <a:pt x="480229" y="3319"/>
                  <a:pt x="699507" y="0"/>
                </a:cubicBezTo>
                <a:cubicBezTo>
                  <a:pt x="918785" y="-3319"/>
                  <a:pt x="1060560" y="49498"/>
                  <a:pt x="1238025" y="0"/>
                </a:cubicBezTo>
                <a:cubicBezTo>
                  <a:pt x="1415490" y="-49498"/>
                  <a:pt x="1670118" y="33643"/>
                  <a:pt x="1936322" y="0"/>
                </a:cubicBezTo>
                <a:cubicBezTo>
                  <a:pt x="2005957" y="-4933"/>
                  <a:pt x="2092497" y="68175"/>
                  <a:pt x="2097312" y="160990"/>
                </a:cubicBezTo>
                <a:cubicBezTo>
                  <a:pt x="2116149" y="280678"/>
                  <a:pt x="2043128" y="492170"/>
                  <a:pt x="2097312" y="616959"/>
                </a:cubicBezTo>
                <a:cubicBezTo>
                  <a:pt x="2151496" y="741748"/>
                  <a:pt x="2055663" y="827594"/>
                  <a:pt x="2097312" y="1036450"/>
                </a:cubicBezTo>
                <a:cubicBezTo>
                  <a:pt x="2138961" y="1245306"/>
                  <a:pt x="2064116" y="1302439"/>
                  <a:pt x="2097312" y="1510658"/>
                </a:cubicBezTo>
                <a:cubicBezTo>
                  <a:pt x="2130508" y="1718877"/>
                  <a:pt x="2063494" y="1762181"/>
                  <a:pt x="2097312" y="1984865"/>
                </a:cubicBezTo>
                <a:cubicBezTo>
                  <a:pt x="2098378" y="2078608"/>
                  <a:pt x="2021995" y="2146514"/>
                  <a:pt x="1936322" y="2145855"/>
                </a:cubicBezTo>
                <a:cubicBezTo>
                  <a:pt x="1774300" y="2160606"/>
                  <a:pt x="1505318" y="2139033"/>
                  <a:pt x="1362298" y="2145855"/>
                </a:cubicBezTo>
                <a:cubicBezTo>
                  <a:pt x="1219278" y="2152677"/>
                  <a:pt x="962717" y="2100765"/>
                  <a:pt x="806027" y="2145855"/>
                </a:cubicBezTo>
                <a:cubicBezTo>
                  <a:pt x="649337" y="2190945"/>
                  <a:pt x="291126" y="2088876"/>
                  <a:pt x="160990" y="2145855"/>
                </a:cubicBezTo>
                <a:cubicBezTo>
                  <a:pt x="79494" y="2133272"/>
                  <a:pt x="-667" y="2054725"/>
                  <a:pt x="0" y="1984865"/>
                </a:cubicBezTo>
                <a:cubicBezTo>
                  <a:pt x="-47893" y="1815678"/>
                  <a:pt x="34503" y="1717475"/>
                  <a:pt x="0" y="1565374"/>
                </a:cubicBezTo>
                <a:cubicBezTo>
                  <a:pt x="-34503" y="1413273"/>
                  <a:pt x="30459" y="1207315"/>
                  <a:pt x="0" y="1072928"/>
                </a:cubicBezTo>
                <a:cubicBezTo>
                  <a:pt x="-30459" y="938541"/>
                  <a:pt x="44627" y="716421"/>
                  <a:pt x="0" y="616959"/>
                </a:cubicBezTo>
                <a:cubicBezTo>
                  <a:pt x="-44627" y="517497"/>
                  <a:pt x="33256" y="259276"/>
                  <a:pt x="0" y="160990"/>
                </a:cubicBezTo>
                <a:close/>
              </a:path>
            </a:pathLst>
          </a:custGeom>
          <a:noFill/>
          <a:ln w="571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700988">
                  <a:prstGeom prst="roundRect">
                    <a:avLst>
                      <a:gd name="adj" fmla="val 767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03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4A0D4C8B-9EC3-C08F-BE23-BA0C74B2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735" y="2572982"/>
            <a:ext cx="2097312" cy="2029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TPA and One-way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C1B3B-A56B-74A2-67E9-A1DEEDF2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4" y="3859474"/>
            <a:ext cx="2037602" cy="203278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69D1E6C-2B7C-F616-BBCC-5201E252A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047" y="3890933"/>
            <a:ext cx="1832743" cy="202996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69C9E2E-4D85-5ECF-CE0B-49F6AA4B7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309" y="4317349"/>
            <a:ext cx="2697651" cy="1399573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9FBD516-B7C2-82C1-E198-E52B60165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787" y="2696161"/>
            <a:ext cx="2585472" cy="1399573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6C838CD-3525-027A-1132-EE53125EB300}"/>
              </a:ext>
            </a:extLst>
          </p:cNvPr>
          <p:cNvSpPr/>
          <p:nvPr/>
        </p:nvSpPr>
        <p:spPr>
          <a:xfrm>
            <a:off x="310392" y="2119770"/>
            <a:ext cx="6123963" cy="3937081"/>
          </a:xfrm>
          <a:custGeom>
            <a:avLst/>
            <a:gdLst>
              <a:gd name="connsiteX0" fmla="*/ 0 w 6123963"/>
              <a:gd name="connsiteY0" fmla="*/ 245123 h 3937081"/>
              <a:gd name="connsiteX1" fmla="*/ 245123 w 6123963"/>
              <a:gd name="connsiteY1" fmla="*/ 0 h 3937081"/>
              <a:gd name="connsiteX2" fmla="*/ 983766 w 6123963"/>
              <a:gd name="connsiteY2" fmla="*/ 0 h 3937081"/>
              <a:gd name="connsiteX3" fmla="*/ 1553397 w 6123963"/>
              <a:gd name="connsiteY3" fmla="*/ 0 h 3937081"/>
              <a:gd name="connsiteX4" fmla="*/ 2066691 w 6123963"/>
              <a:gd name="connsiteY4" fmla="*/ 0 h 3937081"/>
              <a:gd name="connsiteX5" fmla="*/ 2579986 w 6123963"/>
              <a:gd name="connsiteY5" fmla="*/ 0 h 3937081"/>
              <a:gd name="connsiteX6" fmla="*/ 3093280 w 6123963"/>
              <a:gd name="connsiteY6" fmla="*/ 0 h 3937081"/>
              <a:gd name="connsiteX7" fmla="*/ 3775586 w 6123963"/>
              <a:gd name="connsiteY7" fmla="*/ 0 h 3937081"/>
              <a:gd name="connsiteX8" fmla="*/ 4288880 w 6123963"/>
              <a:gd name="connsiteY8" fmla="*/ 0 h 3937081"/>
              <a:gd name="connsiteX9" fmla="*/ 4914848 w 6123963"/>
              <a:gd name="connsiteY9" fmla="*/ 0 h 3937081"/>
              <a:gd name="connsiteX10" fmla="*/ 5878840 w 6123963"/>
              <a:gd name="connsiteY10" fmla="*/ 0 h 3937081"/>
              <a:gd name="connsiteX11" fmla="*/ 6123963 w 6123963"/>
              <a:gd name="connsiteY11" fmla="*/ 245123 h 3937081"/>
              <a:gd name="connsiteX12" fmla="*/ 6123963 w 6123963"/>
              <a:gd name="connsiteY12" fmla="*/ 900022 h 3937081"/>
              <a:gd name="connsiteX13" fmla="*/ 6123963 w 6123963"/>
              <a:gd name="connsiteY13" fmla="*/ 1520452 h 3937081"/>
              <a:gd name="connsiteX14" fmla="*/ 6123963 w 6123963"/>
              <a:gd name="connsiteY14" fmla="*/ 2175351 h 3937081"/>
              <a:gd name="connsiteX15" fmla="*/ 6123963 w 6123963"/>
              <a:gd name="connsiteY15" fmla="*/ 2864718 h 3937081"/>
              <a:gd name="connsiteX16" fmla="*/ 6123963 w 6123963"/>
              <a:gd name="connsiteY16" fmla="*/ 3691958 h 3937081"/>
              <a:gd name="connsiteX17" fmla="*/ 5878840 w 6123963"/>
              <a:gd name="connsiteY17" fmla="*/ 3937081 h 3937081"/>
              <a:gd name="connsiteX18" fmla="*/ 5140197 w 6123963"/>
              <a:gd name="connsiteY18" fmla="*/ 3937081 h 3937081"/>
              <a:gd name="connsiteX19" fmla="*/ 4683240 w 6123963"/>
              <a:gd name="connsiteY19" fmla="*/ 3937081 h 3937081"/>
              <a:gd name="connsiteX20" fmla="*/ 4000934 w 6123963"/>
              <a:gd name="connsiteY20" fmla="*/ 3937081 h 3937081"/>
              <a:gd name="connsiteX21" fmla="*/ 3431303 w 6123963"/>
              <a:gd name="connsiteY21" fmla="*/ 3937081 h 3937081"/>
              <a:gd name="connsiteX22" fmla="*/ 2861672 w 6123963"/>
              <a:gd name="connsiteY22" fmla="*/ 3937081 h 3937081"/>
              <a:gd name="connsiteX23" fmla="*/ 2292040 w 6123963"/>
              <a:gd name="connsiteY23" fmla="*/ 3937081 h 3937081"/>
              <a:gd name="connsiteX24" fmla="*/ 1553397 w 6123963"/>
              <a:gd name="connsiteY24" fmla="*/ 3937081 h 3937081"/>
              <a:gd name="connsiteX25" fmla="*/ 1096440 w 6123963"/>
              <a:gd name="connsiteY25" fmla="*/ 3937081 h 3937081"/>
              <a:gd name="connsiteX26" fmla="*/ 245123 w 6123963"/>
              <a:gd name="connsiteY26" fmla="*/ 3937081 h 3937081"/>
              <a:gd name="connsiteX27" fmla="*/ 0 w 6123963"/>
              <a:gd name="connsiteY27" fmla="*/ 3691958 h 3937081"/>
              <a:gd name="connsiteX28" fmla="*/ 0 w 6123963"/>
              <a:gd name="connsiteY28" fmla="*/ 3105996 h 3937081"/>
              <a:gd name="connsiteX29" fmla="*/ 0 w 6123963"/>
              <a:gd name="connsiteY29" fmla="*/ 2382161 h 3937081"/>
              <a:gd name="connsiteX30" fmla="*/ 0 w 6123963"/>
              <a:gd name="connsiteY30" fmla="*/ 1692794 h 3937081"/>
              <a:gd name="connsiteX31" fmla="*/ 0 w 6123963"/>
              <a:gd name="connsiteY31" fmla="*/ 934490 h 3937081"/>
              <a:gd name="connsiteX32" fmla="*/ 0 w 6123963"/>
              <a:gd name="connsiteY32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123963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566813" y="-21524"/>
                  <a:pt x="687393" y="7177"/>
                  <a:pt x="983766" y="0"/>
                </a:cubicBezTo>
                <a:cubicBezTo>
                  <a:pt x="1280139" y="-7177"/>
                  <a:pt x="1291179" y="-14881"/>
                  <a:pt x="1553397" y="0"/>
                </a:cubicBezTo>
                <a:cubicBezTo>
                  <a:pt x="1815615" y="14881"/>
                  <a:pt x="1822542" y="7067"/>
                  <a:pt x="2066691" y="0"/>
                </a:cubicBezTo>
                <a:cubicBezTo>
                  <a:pt x="2310840" y="-7067"/>
                  <a:pt x="2389179" y="-24048"/>
                  <a:pt x="2579986" y="0"/>
                </a:cubicBezTo>
                <a:cubicBezTo>
                  <a:pt x="2770794" y="24048"/>
                  <a:pt x="2989606" y="25360"/>
                  <a:pt x="3093280" y="0"/>
                </a:cubicBezTo>
                <a:cubicBezTo>
                  <a:pt x="3196954" y="-25360"/>
                  <a:pt x="3591070" y="-379"/>
                  <a:pt x="3775586" y="0"/>
                </a:cubicBezTo>
                <a:cubicBezTo>
                  <a:pt x="3960102" y="379"/>
                  <a:pt x="4079861" y="-17218"/>
                  <a:pt x="4288880" y="0"/>
                </a:cubicBezTo>
                <a:cubicBezTo>
                  <a:pt x="4497899" y="17218"/>
                  <a:pt x="4744975" y="26316"/>
                  <a:pt x="4914848" y="0"/>
                </a:cubicBezTo>
                <a:cubicBezTo>
                  <a:pt x="5084721" y="-26316"/>
                  <a:pt x="5470784" y="-18597"/>
                  <a:pt x="5878840" y="0"/>
                </a:cubicBezTo>
                <a:cubicBezTo>
                  <a:pt x="5993975" y="-24658"/>
                  <a:pt x="6127146" y="107676"/>
                  <a:pt x="6123963" y="245123"/>
                </a:cubicBezTo>
                <a:cubicBezTo>
                  <a:pt x="6134845" y="544534"/>
                  <a:pt x="6098163" y="755317"/>
                  <a:pt x="6123963" y="900022"/>
                </a:cubicBezTo>
                <a:cubicBezTo>
                  <a:pt x="6149763" y="1044727"/>
                  <a:pt x="6153554" y="1255359"/>
                  <a:pt x="6123963" y="1520452"/>
                </a:cubicBezTo>
                <a:cubicBezTo>
                  <a:pt x="6094373" y="1785545"/>
                  <a:pt x="6153658" y="1988072"/>
                  <a:pt x="6123963" y="2175351"/>
                </a:cubicBezTo>
                <a:cubicBezTo>
                  <a:pt x="6094268" y="2362630"/>
                  <a:pt x="6128369" y="2535562"/>
                  <a:pt x="6123963" y="2864718"/>
                </a:cubicBezTo>
                <a:cubicBezTo>
                  <a:pt x="6119557" y="3193874"/>
                  <a:pt x="6106947" y="3353190"/>
                  <a:pt x="6123963" y="3691958"/>
                </a:cubicBezTo>
                <a:cubicBezTo>
                  <a:pt x="6154384" y="3812605"/>
                  <a:pt x="6010771" y="3934889"/>
                  <a:pt x="5878840" y="3937081"/>
                </a:cubicBezTo>
                <a:cubicBezTo>
                  <a:pt x="5614622" y="3910642"/>
                  <a:pt x="5332624" y="3926079"/>
                  <a:pt x="5140197" y="3937081"/>
                </a:cubicBezTo>
                <a:cubicBezTo>
                  <a:pt x="4947770" y="3948083"/>
                  <a:pt x="4808517" y="3917499"/>
                  <a:pt x="4683240" y="3937081"/>
                </a:cubicBezTo>
                <a:cubicBezTo>
                  <a:pt x="4557963" y="3956663"/>
                  <a:pt x="4180087" y="3932952"/>
                  <a:pt x="4000934" y="3937081"/>
                </a:cubicBezTo>
                <a:cubicBezTo>
                  <a:pt x="3821781" y="3941210"/>
                  <a:pt x="3679587" y="3930937"/>
                  <a:pt x="3431303" y="3937081"/>
                </a:cubicBezTo>
                <a:cubicBezTo>
                  <a:pt x="3183019" y="3943225"/>
                  <a:pt x="3038094" y="3911759"/>
                  <a:pt x="2861672" y="3937081"/>
                </a:cubicBezTo>
                <a:cubicBezTo>
                  <a:pt x="2685250" y="3962403"/>
                  <a:pt x="2547487" y="3914945"/>
                  <a:pt x="2292040" y="3937081"/>
                </a:cubicBezTo>
                <a:cubicBezTo>
                  <a:pt x="2036593" y="3959217"/>
                  <a:pt x="1899695" y="3953746"/>
                  <a:pt x="1553397" y="3937081"/>
                </a:cubicBezTo>
                <a:cubicBezTo>
                  <a:pt x="1207099" y="3920416"/>
                  <a:pt x="1320279" y="3926720"/>
                  <a:pt x="1096440" y="3937081"/>
                </a:cubicBezTo>
                <a:cubicBezTo>
                  <a:pt x="872601" y="3947442"/>
                  <a:pt x="582357" y="3919626"/>
                  <a:pt x="245123" y="3937081"/>
                </a:cubicBezTo>
                <a:cubicBezTo>
                  <a:pt x="114746" y="3936688"/>
                  <a:pt x="11728" y="3834881"/>
                  <a:pt x="0" y="3691958"/>
                </a:cubicBezTo>
                <a:cubicBezTo>
                  <a:pt x="-28912" y="3448638"/>
                  <a:pt x="1322" y="3393311"/>
                  <a:pt x="0" y="3105996"/>
                </a:cubicBezTo>
                <a:cubicBezTo>
                  <a:pt x="-1322" y="2818681"/>
                  <a:pt x="-4409" y="2729384"/>
                  <a:pt x="0" y="2382161"/>
                </a:cubicBezTo>
                <a:cubicBezTo>
                  <a:pt x="4409" y="2034939"/>
                  <a:pt x="19819" y="1992224"/>
                  <a:pt x="0" y="1692794"/>
                </a:cubicBezTo>
                <a:cubicBezTo>
                  <a:pt x="-19819" y="1393364"/>
                  <a:pt x="-36546" y="1300227"/>
                  <a:pt x="0" y="934490"/>
                </a:cubicBezTo>
                <a:cubicBezTo>
                  <a:pt x="36546" y="568753"/>
                  <a:pt x="27756" y="405729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F4134A-FEA2-65C6-FB0E-BEE3E1430B6D}"/>
              </a:ext>
            </a:extLst>
          </p:cNvPr>
          <p:cNvSpPr txBox="1"/>
          <p:nvPr/>
        </p:nvSpPr>
        <p:spPr>
          <a:xfrm>
            <a:off x="1350624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Propulsion System Only Information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C7FBBCF-C4E5-F6FD-E1B9-3157F4A5CEF1}"/>
              </a:ext>
            </a:extLst>
          </p:cNvPr>
          <p:cNvSpPr/>
          <p:nvPr/>
        </p:nvSpPr>
        <p:spPr>
          <a:xfrm>
            <a:off x="6635691" y="2119769"/>
            <a:ext cx="4792911" cy="3937081"/>
          </a:xfrm>
          <a:custGeom>
            <a:avLst/>
            <a:gdLst>
              <a:gd name="connsiteX0" fmla="*/ 0 w 4792911"/>
              <a:gd name="connsiteY0" fmla="*/ 245123 h 3937081"/>
              <a:gd name="connsiteX1" fmla="*/ 245123 w 4792911"/>
              <a:gd name="connsiteY1" fmla="*/ 0 h 3937081"/>
              <a:gd name="connsiteX2" fmla="*/ 945843 w 4792911"/>
              <a:gd name="connsiteY2" fmla="*/ 0 h 3937081"/>
              <a:gd name="connsiteX3" fmla="*/ 1517483 w 4792911"/>
              <a:gd name="connsiteY3" fmla="*/ 0 h 3937081"/>
              <a:gd name="connsiteX4" fmla="*/ 2046096 w 4792911"/>
              <a:gd name="connsiteY4" fmla="*/ 0 h 3937081"/>
              <a:gd name="connsiteX5" fmla="*/ 2574709 w 4792911"/>
              <a:gd name="connsiteY5" fmla="*/ 0 h 3937081"/>
              <a:gd name="connsiteX6" fmla="*/ 3103322 w 4792911"/>
              <a:gd name="connsiteY6" fmla="*/ 0 h 3937081"/>
              <a:gd name="connsiteX7" fmla="*/ 3761015 w 4792911"/>
              <a:gd name="connsiteY7" fmla="*/ 0 h 3937081"/>
              <a:gd name="connsiteX8" fmla="*/ 4547788 w 4792911"/>
              <a:gd name="connsiteY8" fmla="*/ 0 h 3937081"/>
              <a:gd name="connsiteX9" fmla="*/ 4792911 w 4792911"/>
              <a:gd name="connsiteY9" fmla="*/ 245123 h 3937081"/>
              <a:gd name="connsiteX10" fmla="*/ 4792911 w 4792911"/>
              <a:gd name="connsiteY10" fmla="*/ 900022 h 3937081"/>
              <a:gd name="connsiteX11" fmla="*/ 4792911 w 4792911"/>
              <a:gd name="connsiteY11" fmla="*/ 1554920 h 3937081"/>
              <a:gd name="connsiteX12" fmla="*/ 4792911 w 4792911"/>
              <a:gd name="connsiteY12" fmla="*/ 2140882 h 3937081"/>
              <a:gd name="connsiteX13" fmla="*/ 4792911 w 4792911"/>
              <a:gd name="connsiteY13" fmla="*/ 2761313 h 3937081"/>
              <a:gd name="connsiteX14" fmla="*/ 4792911 w 4792911"/>
              <a:gd name="connsiteY14" fmla="*/ 3691958 h 3937081"/>
              <a:gd name="connsiteX15" fmla="*/ 4547788 w 4792911"/>
              <a:gd name="connsiteY15" fmla="*/ 3937081 h 3937081"/>
              <a:gd name="connsiteX16" fmla="*/ 3890095 w 4792911"/>
              <a:gd name="connsiteY16" fmla="*/ 3937081 h 3937081"/>
              <a:gd name="connsiteX17" fmla="*/ 3318455 w 4792911"/>
              <a:gd name="connsiteY17" fmla="*/ 3937081 h 3937081"/>
              <a:gd name="connsiteX18" fmla="*/ 2660762 w 4792911"/>
              <a:gd name="connsiteY18" fmla="*/ 3937081 h 3937081"/>
              <a:gd name="connsiteX19" fmla="*/ 2175176 w 4792911"/>
              <a:gd name="connsiteY19" fmla="*/ 3937081 h 3937081"/>
              <a:gd name="connsiteX20" fmla="*/ 1517483 w 4792911"/>
              <a:gd name="connsiteY20" fmla="*/ 3937081 h 3937081"/>
              <a:gd name="connsiteX21" fmla="*/ 945843 w 4792911"/>
              <a:gd name="connsiteY21" fmla="*/ 3937081 h 3937081"/>
              <a:gd name="connsiteX22" fmla="*/ 245123 w 4792911"/>
              <a:gd name="connsiteY22" fmla="*/ 3937081 h 3937081"/>
              <a:gd name="connsiteX23" fmla="*/ 0 w 4792911"/>
              <a:gd name="connsiteY23" fmla="*/ 3691958 h 3937081"/>
              <a:gd name="connsiteX24" fmla="*/ 0 w 4792911"/>
              <a:gd name="connsiteY24" fmla="*/ 3071528 h 3937081"/>
              <a:gd name="connsiteX25" fmla="*/ 0 w 4792911"/>
              <a:gd name="connsiteY25" fmla="*/ 2382161 h 3937081"/>
              <a:gd name="connsiteX26" fmla="*/ 0 w 4792911"/>
              <a:gd name="connsiteY26" fmla="*/ 1692794 h 3937081"/>
              <a:gd name="connsiteX27" fmla="*/ 0 w 4792911"/>
              <a:gd name="connsiteY27" fmla="*/ 1072363 h 3937081"/>
              <a:gd name="connsiteX28" fmla="*/ 0 w 4792911"/>
              <a:gd name="connsiteY28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792911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453123" y="18075"/>
                  <a:pt x="755479" y="10932"/>
                  <a:pt x="945843" y="0"/>
                </a:cubicBezTo>
                <a:cubicBezTo>
                  <a:pt x="1136207" y="-10932"/>
                  <a:pt x="1251887" y="26482"/>
                  <a:pt x="1517483" y="0"/>
                </a:cubicBezTo>
                <a:cubicBezTo>
                  <a:pt x="1783079" y="-26482"/>
                  <a:pt x="1921035" y="-13904"/>
                  <a:pt x="2046096" y="0"/>
                </a:cubicBezTo>
                <a:cubicBezTo>
                  <a:pt x="2171157" y="13904"/>
                  <a:pt x="2348548" y="-8806"/>
                  <a:pt x="2574709" y="0"/>
                </a:cubicBezTo>
                <a:cubicBezTo>
                  <a:pt x="2800870" y="8806"/>
                  <a:pt x="2945803" y="7326"/>
                  <a:pt x="3103322" y="0"/>
                </a:cubicBezTo>
                <a:cubicBezTo>
                  <a:pt x="3260841" y="-7326"/>
                  <a:pt x="3456182" y="18350"/>
                  <a:pt x="3761015" y="0"/>
                </a:cubicBezTo>
                <a:cubicBezTo>
                  <a:pt x="4065848" y="-18350"/>
                  <a:pt x="4228316" y="-36511"/>
                  <a:pt x="4547788" y="0"/>
                </a:cubicBezTo>
                <a:cubicBezTo>
                  <a:pt x="4683659" y="-5848"/>
                  <a:pt x="4802471" y="103527"/>
                  <a:pt x="4792911" y="245123"/>
                </a:cubicBezTo>
                <a:cubicBezTo>
                  <a:pt x="4797346" y="457189"/>
                  <a:pt x="4816624" y="591309"/>
                  <a:pt x="4792911" y="900022"/>
                </a:cubicBezTo>
                <a:cubicBezTo>
                  <a:pt x="4769198" y="1208735"/>
                  <a:pt x="4776453" y="1348477"/>
                  <a:pt x="4792911" y="1554920"/>
                </a:cubicBezTo>
                <a:cubicBezTo>
                  <a:pt x="4809369" y="1761363"/>
                  <a:pt x="4783397" y="1864777"/>
                  <a:pt x="4792911" y="2140882"/>
                </a:cubicBezTo>
                <a:cubicBezTo>
                  <a:pt x="4802425" y="2416987"/>
                  <a:pt x="4764546" y="2493878"/>
                  <a:pt x="4792911" y="2761313"/>
                </a:cubicBezTo>
                <a:cubicBezTo>
                  <a:pt x="4821276" y="3028748"/>
                  <a:pt x="4802995" y="3475152"/>
                  <a:pt x="4792911" y="3691958"/>
                </a:cubicBezTo>
                <a:cubicBezTo>
                  <a:pt x="4807611" y="3817434"/>
                  <a:pt x="4675349" y="3944732"/>
                  <a:pt x="4547788" y="3937081"/>
                </a:cubicBezTo>
                <a:cubicBezTo>
                  <a:pt x="4345921" y="3955944"/>
                  <a:pt x="4045757" y="3934310"/>
                  <a:pt x="3890095" y="3937081"/>
                </a:cubicBezTo>
                <a:cubicBezTo>
                  <a:pt x="3734433" y="3939852"/>
                  <a:pt x="3575556" y="3942262"/>
                  <a:pt x="3318455" y="3937081"/>
                </a:cubicBezTo>
                <a:cubicBezTo>
                  <a:pt x="3061354" y="3931900"/>
                  <a:pt x="2814037" y="3919208"/>
                  <a:pt x="2660762" y="3937081"/>
                </a:cubicBezTo>
                <a:cubicBezTo>
                  <a:pt x="2507487" y="3954954"/>
                  <a:pt x="2360289" y="3931994"/>
                  <a:pt x="2175176" y="3937081"/>
                </a:cubicBezTo>
                <a:cubicBezTo>
                  <a:pt x="1990063" y="3942168"/>
                  <a:pt x="1675721" y="3925386"/>
                  <a:pt x="1517483" y="3937081"/>
                </a:cubicBezTo>
                <a:cubicBezTo>
                  <a:pt x="1359245" y="3948776"/>
                  <a:pt x="1105547" y="3962346"/>
                  <a:pt x="945843" y="3937081"/>
                </a:cubicBezTo>
                <a:cubicBezTo>
                  <a:pt x="786139" y="3911816"/>
                  <a:pt x="574641" y="3921337"/>
                  <a:pt x="245123" y="3937081"/>
                </a:cubicBezTo>
                <a:cubicBezTo>
                  <a:pt x="112211" y="3930600"/>
                  <a:pt x="-5376" y="3856563"/>
                  <a:pt x="0" y="3691958"/>
                </a:cubicBezTo>
                <a:cubicBezTo>
                  <a:pt x="25589" y="3556407"/>
                  <a:pt x="-2892" y="3328416"/>
                  <a:pt x="0" y="3071528"/>
                </a:cubicBezTo>
                <a:cubicBezTo>
                  <a:pt x="2892" y="2814640"/>
                  <a:pt x="-17416" y="2567633"/>
                  <a:pt x="0" y="2382161"/>
                </a:cubicBezTo>
                <a:cubicBezTo>
                  <a:pt x="17416" y="2196689"/>
                  <a:pt x="19615" y="2017637"/>
                  <a:pt x="0" y="1692794"/>
                </a:cubicBezTo>
                <a:cubicBezTo>
                  <a:pt x="-19615" y="1367951"/>
                  <a:pt x="-2117" y="1270018"/>
                  <a:pt x="0" y="1072363"/>
                </a:cubicBezTo>
                <a:cubicBezTo>
                  <a:pt x="2117" y="874708"/>
                  <a:pt x="24126" y="558805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5C25656-2761-1BDF-E3A1-48456C9256D2}"/>
              </a:ext>
            </a:extLst>
          </p:cNvPr>
          <p:cNvSpPr txBox="1"/>
          <p:nvPr/>
        </p:nvSpPr>
        <p:spPr>
          <a:xfrm>
            <a:off x="7010397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Payload Only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/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blipFill>
                <a:blip r:embed="rId8"/>
                <a:stretch>
                  <a:fillRect l="-985" b="-68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91036A4-FA5E-24C1-EEBC-7761FDB4363D}"/>
              </a:ext>
            </a:extLst>
          </p:cNvPr>
          <p:cNvSpPr/>
          <p:nvPr/>
        </p:nvSpPr>
        <p:spPr>
          <a:xfrm>
            <a:off x="2583809" y="3271706"/>
            <a:ext cx="1560352" cy="335560"/>
          </a:xfrm>
          <a:custGeom>
            <a:avLst/>
            <a:gdLst>
              <a:gd name="connsiteX0" fmla="*/ 0 w 1560352"/>
              <a:gd name="connsiteY0" fmla="*/ 335560 h 335560"/>
              <a:gd name="connsiteX1" fmla="*/ 67112 w 1560352"/>
              <a:gd name="connsiteY1" fmla="*/ 318782 h 335560"/>
              <a:gd name="connsiteX2" fmla="*/ 142613 w 1560352"/>
              <a:gd name="connsiteY2" fmla="*/ 310393 h 335560"/>
              <a:gd name="connsiteX3" fmla="*/ 243281 w 1560352"/>
              <a:gd name="connsiteY3" fmla="*/ 276837 h 335560"/>
              <a:gd name="connsiteX4" fmla="*/ 276837 w 1560352"/>
              <a:gd name="connsiteY4" fmla="*/ 251670 h 335560"/>
              <a:gd name="connsiteX5" fmla="*/ 352338 w 1560352"/>
              <a:gd name="connsiteY5" fmla="*/ 209725 h 335560"/>
              <a:gd name="connsiteX6" fmla="*/ 419450 w 1560352"/>
              <a:gd name="connsiteY6" fmla="*/ 159391 h 335560"/>
              <a:gd name="connsiteX7" fmla="*/ 469784 w 1560352"/>
              <a:gd name="connsiteY7" fmla="*/ 117446 h 335560"/>
              <a:gd name="connsiteX8" fmla="*/ 494951 w 1560352"/>
              <a:gd name="connsiteY8" fmla="*/ 109057 h 335560"/>
              <a:gd name="connsiteX9" fmla="*/ 562063 w 1560352"/>
              <a:gd name="connsiteY9" fmla="*/ 58723 h 335560"/>
              <a:gd name="connsiteX10" fmla="*/ 620785 w 1560352"/>
              <a:gd name="connsiteY10" fmla="*/ 41945 h 335560"/>
              <a:gd name="connsiteX11" fmla="*/ 696286 w 1560352"/>
              <a:gd name="connsiteY11" fmla="*/ 16778 h 335560"/>
              <a:gd name="connsiteX12" fmla="*/ 721453 w 1560352"/>
              <a:gd name="connsiteY12" fmla="*/ 8389 h 335560"/>
              <a:gd name="connsiteX13" fmla="*/ 763398 w 1560352"/>
              <a:gd name="connsiteY13" fmla="*/ 0 h 335560"/>
              <a:gd name="connsiteX14" fmla="*/ 1132514 w 1560352"/>
              <a:gd name="connsiteY14" fmla="*/ 8389 h 335560"/>
              <a:gd name="connsiteX15" fmla="*/ 1216404 w 1560352"/>
              <a:gd name="connsiteY15" fmla="*/ 33556 h 335560"/>
              <a:gd name="connsiteX16" fmla="*/ 1283516 w 1560352"/>
              <a:gd name="connsiteY16" fmla="*/ 58723 h 335560"/>
              <a:gd name="connsiteX17" fmla="*/ 1333850 w 1560352"/>
              <a:gd name="connsiteY17" fmla="*/ 75501 h 335560"/>
              <a:gd name="connsiteX18" fmla="*/ 1392573 w 1560352"/>
              <a:gd name="connsiteY18" fmla="*/ 109057 h 335560"/>
              <a:gd name="connsiteX19" fmla="*/ 1459685 w 1560352"/>
              <a:gd name="connsiteY19" fmla="*/ 142613 h 335560"/>
              <a:gd name="connsiteX20" fmla="*/ 1535185 w 1560352"/>
              <a:gd name="connsiteY20" fmla="*/ 151002 h 335560"/>
              <a:gd name="connsiteX21" fmla="*/ 1560352 w 1560352"/>
              <a:gd name="connsiteY21" fmla="*/ 167780 h 33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60352" h="335560">
                <a:moveTo>
                  <a:pt x="0" y="335560"/>
                </a:moveTo>
                <a:cubicBezTo>
                  <a:pt x="22371" y="329967"/>
                  <a:pt x="44404" y="322789"/>
                  <a:pt x="67112" y="318782"/>
                </a:cubicBezTo>
                <a:cubicBezTo>
                  <a:pt x="92049" y="314381"/>
                  <a:pt x="117980" y="316258"/>
                  <a:pt x="142613" y="310393"/>
                </a:cubicBezTo>
                <a:cubicBezTo>
                  <a:pt x="177022" y="302200"/>
                  <a:pt x="243281" y="276837"/>
                  <a:pt x="243281" y="276837"/>
                </a:cubicBezTo>
                <a:cubicBezTo>
                  <a:pt x="254466" y="268448"/>
                  <a:pt x="264981" y="259080"/>
                  <a:pt x="276837" y="251670"/>
                </a:cubicBezTo>
                <a:cubicBezTo>
                  <a:pt x="358981" y="200330"/>
                  <a:pt x="255334" y="276882"/>
                  <a:pt x="352338" y="209725"/>
                </a:cubicBezTo>
                <a:cubicBezTo>
                  <a:pt x="375329" y="193808"/>
                  <a:pt x="397968" y="177293"/>
                  <a:pt x="419450" y="159391"/>
                </a:cubicBezTo>
                <a:cubicBezTo>
                  <a:pt x="436228" y="145409"/>
                  <a:pt x="451612" y="129561"/>
                  <a:pt x="469784" y="117446"/>
                </a:cubicBezTo>
                <a:cubicBezTo>
                  <a:pt x="477142" y="112541"/>
                  <a:pt x="486562" y="111853"/>
                  <a:pt x="494951" y="109057"/>
                </a:cubicBezTo>
                <a:cubicBezTo>
                  <a:pt x="524063" y="79945"/>
                  <a:pt x="520368" y="79570"/>
                  <a:pt x="562063" y="58723"/>
                </a:cubicBezTo>
                <a:cubicBezTo>
                  <a:pt x="576158" y="51675"/>
                  <a:pt x="607347" y="45976"/>
                  <a:pt x="620785" y="41945"/>
                </a:cubicBezTo>
                <a:lnTo>
                  <a:pt x="696286" y="16778"/>
                </a:lnTo>
                <a:cubicBezTo>
                  <a:pt x="704675" y="13982"/>
                  <a:pt x="712782" y="10123"/>
                  <a:pt x="721453" y="8389"/>
                </a:cubicBezTo>
                <a:lnTo>
                  <a:pt x="763398" y="0"/>
                </a:lnTo>
                <a:lnTo>
                  <a:pt x="1132514" y="8389"/>
                </a:lnTo>
                <a:cubicBezTo>
                  <a:pt x="1170272" y="9930"/>
                  <a:pt x="1181237" y="21834"/>
                  <a:pt x="1216404" y="33556"/>
                </a:cubicBezTo>
                <a:cubicBezTo>
                  <a:pt x="1379869" y="88044"/>
                  <a:pt x="1111900" y="-9923"/>
                  <a:pt x="1283516" y="58723"/>
                </a:cubicBezTo>
                <a:cubicBezTo>
                  <a:pt x="1299937" y="65291"/>
                  <a:pt x="1333850" y="75501"/>
                  <a:pt x="1333850" y="75501"/>
                </a:cubicBezTo>
                <a:cubicBezTo>
                  <a:pt x="1399409" y="124671"/>
                  <a:pt x="1338375" y="84422"/>
                  <a:pt x="1392573" y="109057"/>
                </a:cubicBezTo>
                <a:cubicBezTo>
                  <a:pt x="1415342" y="119407"/>
                  <a:pt x="1434827" y="139851"/>
                  <a:pt x="1459685" y="142613"/>
                </a:cubicBezTo>
                <a:lnTo>
                  <a:pt x="1535185" y="151002"/>
                </a:lnTo>
                <a:lnTo>
                  <a:pt x="1560352" y="16778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85155EB5-C761-2269-2596-91919C0E6AB4}"/>
              </a:ext>
            </a:extLst>
          </p:cNvPr>
          <p:cNvSpPr/>
          <p:nvPr/>
        </p:nvSpPr>
        <p:spPr>
          <a:xfrm>
            <a:off x="8925886" y="4790114"/>
            <a:ext cx="1224793" cy="226503"/>
          </a:xfrm>
          <a:custGeom>
            <a:avLst/>
            <a:gdLst>
              <a:gd name="connsiteX0" fmla="*/ 0 w 1224793"/>
              <a:gd name="connsiteY0" fmla="*/ 226503 h 226503"/>
              <a:gd name="connsiteX1" fmla="*/ 41945 w 1224793"/>
              <a:gd name="connsiteY1" fmla="*/ 192947 h 226503"/>
              <a:gd name="connsiteX2" fmla="*/ 67112 w 1224793"/>
              <a:gd name="connsiteY2" fmla="*/ 167780 h 226503"/>
              <a:gd name="connsiteX3" fmla="*/ 100668 w 1224793"/>
              <a:gd name="connsiteY3" fmla="*/ 151002 h 226503"/>
              <a:gd name="connsiteX4" fmla="*/ 134224 w 1224793"/>
              <a:gd name="connsiteY4" fmla="*/ 117446 h 226503"/>
              <a:gd name="connsiteX5" fmla="*/ 176169 w 1224793"/>
              <a:gd name="connsiteY5" fmla="*/ 92279 h 226503"/>
              <a:gd name="connsiteX6" fmla="*/ 209725 w 1224793"/>
              <a:gd name="connsiteY6" fmla="*/ 67112 h 226503"/>
              <a:gd name="connsiteX7" fmla="*/ 251670 w 1224793"/>
              <a:gd name="connsiteY7" fmla="*/ 50334 h 226503"/>
              <a:gd name="connsiteX8" fmla="*/ 310393 w 1224793"/>
              <a:gd name="connsiteY8" fmla="*/ 16778 h 226503"/>
              <a:gd name="connsiteX9" fmla="*/ 486562 w 1224793"/>
              <a:gd name="connsiteY9" fmla="*/ 0 h 226503"/>
              <a:gd name="connsiteX10" fmla="*/ 822121 w 1224793"/>
              <a:gd name="connsiteY10" fmla="*/ 8389 h 226503"/>
              <a:gd name="connsiteX11" fmla="*/ 864066 w 1224793"/>
              <a:gd name="connsiteY11" fmla="*/ 16778 h 226503"/>
              <a:gd name="connsiteX12" fmla="*/ 947956 w 1224793"/>
              <a:gd name="connsiteY12" fmla="*/ 58723 h 226503"/>
              <a:gd name="connsiteX13" fmla="*/ 981512 w 1224793"/>
              <a:gd name="connsiteY13" fmla="*/ 75501 h 226503"/>
              <a:gd name="connsiteX14" fmla="*/ 1040235 w 1224793"/>
              <a:gd name="connsiteY14" fmla="*/ 92279 h 226503"/>
              <a:gd name="connsiteX15" fmla="*/ 1082180 w 1224793"/>
              <a:gd name="connsiteY15" fmla="*/ 109057 h 226503"/>
              <a:gd name="connsiteX16" fmla="*/ 1115736 w 1224793"/>
              <a:gd name="connsiteY16" fmla="*/ 117446 h 226503"/>
              <a:gd name="connsiteX17" fmla="*/ 1157681 w 1224793"/>
              <a:gd name="connsiteY17" fmla="*/ 134224 h 226503"/>
              <a:gd name="connsiteX18" fmla="*/ 1224793 w 1224793"/>
              <a:gd name="connsiteY18" fmla="*/ 142613 h 22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24793" h="226503">
                <a:moveTo>
                  <a:pt x="0" y="226503"/>
                </a:moveTo>
                <a:cubicBezTo>
                  <a:pt x="13982" y="215318"/>
                  <a:pt x="28470" y="204738"/>
                  <a:pt x="41945" y="192947"/>
                </a:cubicBezTo>
                <a:cubicBezTo>
                  <a:pt x="50873" y="185135"/>
                  <a:pt x="57458" y="174676"/>
                  <a:pt x="67112" y="167780"/>
                </a:cubicBezTo>
                <a:cubicBezTo>
                  <a:pt x="77288" y="160511"/>
                  <a:pt x="90664" y="158505"/>
                  <a:pt x="100668" y="151002"/>
                </a:cubicBezTo>
                <a:cubicBezTo>
                  <a:pt x="113323" y="141511"/>
                  <a:pt x="121738" y="127158"/>
                  <a:pt x="134224" y="117446"/>
                </a:cubicBezTo>
                <a:cubicBezTo>
                  <a:pt x="147095" y="107436"/>
                  <a:pt x="162602" y="101324"/>
                  <a:pt x="176169" y="92279"/>
                </a:cubicBezTo>
                <a:cubicBezTo>
                  <a:pt x="187802" y="84523"/>
                  <a:pt x="197503" y="73902"/>
                  <a:pt x="209725" y="67112"/>
                </a:cubicBezTo>
                <a:cubicBezTo>
                  <a:pt x="222889" y="59799"/>
                  <a:pt x="238506" y="57647"/>
                  <a:pt x="251670" y="50334"/>
                </a:cubicBezTo>
                <a:cubicBezTo>
                  <a:pt x="291733" y="28077"/>
                  <a:pt x="272321" y="24392"/>
                  <a:pt x="310393" y="16778"/>
                </a:cubicBezTo>
                <a:cubicBezTo>
                  <a:pt x="364602" y="5936"/>
                  <a:pt x="435475" y="3649"/>
                  <a:pt x="486562" y="0"/>
                </a:cubicBezTo>
                <a:lnTo>
                  <a:pt x="822121" y="8389"/>
                </a:lnTo>
                <a:cubicBezTo>
                  <a:pt x="836365" y="9022"/>
                  <a:pt x="850827" y="11483"/>
                  <a:pt x="864066" y="16778"/>
                </a:cubicBezTo>
                <a:cubicBezTo>
                  <a:pt x="893094" y="28389"/>
                  <a:pt x="919993" y="44741"/>
                  <a:pt x="947956" y="58723"/>
                </a:cubicBezTo>
                <a:cubicBezTo>
                  <a:pt x="959141" y="64316"/>
                  <a:pt x="969380" y="72468"/>
                  <a:pt x="981512" y="75501"/>
                </a:cubicBezTo>
                <a:cubicBezTo>
                  <a:pt x="1007955" y="82112"/>
                  <a:pt x="1016165" y="83253"/>
                  <a:pt x="1040235" y="92279"/>
                </a:cubicBezTo>
                <a:cubicBezTo>
                  <a:pt x="1054335" y="97566"/>
                  <a:pt x="1067894" y="104295"/>
                  <a:pt x="1082180" y="109057"/>
                </a:cubicBezTo>
                <a:cubicBezTo>
                  <a:pt x="1093118" y="112703"/>
                  <a:pt x="1104798" y="113800"/>
                  <a:pt x="1115736" y="117446"/>
                </a:cubicBezTo>
                <a:cubicBezTo>
                  <a:pt x="1130022" y="122208"/>
                  <a:pt x="1143153" y="130262"/>
                  <a:pt x="1157681" y="134224"/>
                </a:cubicBezTo>
                <a:cubicBezTo>
                  <a:pt x="1191812" y="143532"/>
                  <a:pt x="1198147" y="142613"/>
                  <a:pt x="1224793" y="142613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/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blipFill>
                <a:blip r:embed="rId9"/>
                <a:stretch>
                  <a:fillRect r="-1863"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/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blipFill>
                <a:blip r:embed="rId10"/>
                <a:stretch>
                  <a:fillRect r="-3077" b="-50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/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blipFill>
                <a:blip r:embed="rId11"/>
                <a:stretch>
                  <a:fillRect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/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blipFill>
                <a:blip r:embed="rId12"/>
                <a:stretch>
                  <a:fillRect r="-1875" b="-51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0EEE59-CE78-C629-FFFA-C005E67D6164}"/>
              </a:ext>
            </a:extLst>
          </p:cNvPr>
          <p:cNvSpPr/>
          <p:nvPr/>
        </p:nvSpPr>
        <p:spPr>
          <a:xfrm>
            <a:off x="6769664" y="2588919"/>
            <a:ext cx="2760230" cy="1600364"/>
          </a:xfrm>
          <a:custGeom>
            <a:avLst/>
            <a:gdLst>
              <a:gd name="connsiteX0" fmla="*/ 0 w 2760230"/>
              <a:gd name="connsiteY0" fmla="*/ 122844 h 1600364"/>
              <a:gd name="connsiteX1" fmla="*/ 122844 w 2760230"/>
              <a:gd name="connsiteY1" fmla="*/ 0 h 1600364"/>
              <a:gd name="connsiteX2" fmla="*/ 550316 w 2760230"/>
              <a:gd name="connsiteY2" fmla="*/ 0 h 1600364"/>
              <a:gd name="connsiteX3" fmla="*/ 977788 w 2760230"/>
              <a:gd name="connsiteY3" fmla="*/ 0 h 1600364"/>
              <a:gd name="connsiteX4" fmla="*/ 1430406 w 2760230"/>
              <a:gd name="connsiteY4" fmla="*/ 0 h 1600364"/>
              <a:gd name="connsiteX5" fmla="*/ 1933314 w 2760230"/>
              <a:gd name="connsiteY5" fmla="*/ 0 h 1600364"/>
              <a:gd name="connsiteX6" fmla="*/ 2637386 w 2760230"/>
              <a:gd name="connsiteY6" fmla="*/ 0 h 1600364"/>
              <a:gd name="connsiteX7" fmla="*/ 2760230 w 2760230"/>
              <a:gd name="connsiteY7" fmla="*/ 122844 h 1600364"/>
              <a:gd name="connsiteX8" fmla="*/ 2760230 w 2760230"/>
              <a:gd name="connsiteY8" fmla="*/ 533762 h 1600364"/>
              <a:gd name="connsiteX9" fmla="*/ 2760230 w 2760230"/>
              <a:gd name="connsiteY9" fmla="*/ 998868 h 1600364"/>
              <a:gd name="connsiteX10" fmla="*/ 2760230 w 2760230"/>
              <a:gd name="connsiteY10" fmla="*/ 1477520 h 1600364"/>
              <a:gd name="connsiteX11" fmla="*/ 2637386 w 2760230"/>
              <a:gd name="connsiteY11" fmla="*/ 1600364 h 1600364"/>
              <a:gd name="connsiteX12" fmla="*/ 2109332 w 2760230"/>
              <a:gd name="connsiteY12" fmla="*/ 1600364 h 1600364"/>
              <a:gd name="connsiteX13" fmla="*/ 1681860 w 2760230"/>
              <a:gd name="connsiteY13" fmla="*/ 1600364 h 1600364"/>
              <a:gd name="connsiteX14" fmla="*/ 1178952 w 2760230"/>
              <a:gd name="connsiteY14" fmla="*/ 1600364 h 1600364"/>
              <a:gd name="connsiteX15" fmla="*/ 701189 w 2760230"/>
              <a:gd name="connsiteY15" fmla="*/ 1600364 h 1600364"/>
              <a:gd name="connsiteX16" fmla="*/ 122844 w 2760230"/>
              <a:gd name="connsiteY16" fmla="*/ 1600364 h 1600364"/>
              <a:gd name="connsiteX17" fmla="*/ 0 w 2760230"/>
              <a:gd name="connsiteY17" fmla="*/ 1477520 h 1600364"/>
              <a:gd name="connsiteX18" fmla="*/ 0 w 2760230"/>
              <a:gd name="connsiteY18" fmla="*/ 1066602 h 1600364"/>
              <a:gd name="connsiteX19" fmla="*/ 0 w 2760230"/>
              <a:gd name="connsiteY19" fmla="*/ 615043 h 1600364"/>
              <a:gd name="connsiteX20" fmla="*/ 0 w 2760230"/>
              <a:gd name="connsiteY20" fmla="*/ 122844 h 160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760230" h="1600364" extrusionOk="0">
                <a:moveTo>
                  <a:pt x="0" y="122844"/>
                </a:moveTo>
                <a:cubicBezTo>
                  <a:pt x="-477" y="53382"/>
                  <a:pt x="40745" y="-2547"/>
                  <a:pt x="122844" y="0"/>
                </a:cubicBezTo>
                <a:cubicBezTo>
                  <a:pt x="287545" y="-28187"/>
                  <a:pt x="390297" y="40259"/>
                  <a:pt x="550316" y="0"/>
                </a:cubicBezTo>
                <a:cubicBezTo>
                  <a:pt x="710335" y="-40259"/>
                  <a:pt x="770971" y="49573"/>
                  <a:pt x="977788" y="0"/>
                </a:cubicBezTo>
                <a:cubicBezTo>
                  <a:pt x="1184605" y="-49573"/>
                  <a:pt x="1251596" y="22475"/>
                  <a:pt x="1430406" y="0"/>
                </a:cubicBezTo>
                <a:cubicBezTo>
                  <a:pt x="1609216" y="-22475"/>
                  <a:pt x="1715218" y="10118"/>
                  <a:pt x="1933314" y="0"/>
                </a:cubicBezTo>
                <a:cubicBezTo>
                  <a:pt x="2151410" y="-10118"/>
                  <a:pt x="2378802" y="38823"/>
                  <a:pt x="2637386" y="0"/>
                </a:cubicBezTo>
                <a:cubicBezTo>
                  <a:pt x="2695985" y="-294"/>
                  <a:pt x="2757728" y="73546"/>
                  <a:pt x="2760230" y="122844"/>
                </a:cubicBezTo>
                <a:cubicBezTo>
                  <a:pt x="2793869" y="315826"/>
                  <a:pt x="2734273" y="433489"/>
                  <a:pt x="2760230" y="533762"/>
                </a:cubicBezTo>
                <a:cubicBezTo>
                  <a:pt x="2786187" y="634035"/>
                  <a:pt x="2747267" y="845066"/>
                  <a:pt x="2760230" y="998868"/>
                </a:cubicBezTo>
                <a:cubicBezTo>
                  <a:pt x="2773193" y="1152670"/>
                  <a:pt x="2742965" y="1261551"/>
                  <a:pt x="2760230" y="1477520"/>
                </a:cubicBezTo>
                <a:cubicBezTo>
                  <a:pt x="2762297" y="1533432"/>
                  <a:pt x="2701730" y="1593407"/>
                  <a:pt x="2637386" y="1600364"/>
                </a:cubicBezTo>
                <a:cubicBezTo>
                  <a:pt x="2401505" y="1603993"/>
                  <a:pt x="2249193" y="1592108"/>
                  <a:pt x="2109332" y="1600364"/>
                </a:cubicBezTo>
                <a:cubicBezTo>
                  <a:pt x="1969471" y="1608620"/>
                  <a:pt x="1792966" y="1582534"/>
                  <a:pt x="1681860" y="1600364"/>
                </a:cubicBezTo>
                <a:cubicBezTo>
                  <a:pt x="1570754" y="1618194"/>
                  <a:pt x="1382814" y="1589549"/>
                  <a:pt x="1178952" y="1600364"/>
                </a:cubicBezTo>
                <a:cubicBezTo>
                  <a:pt x="975090" y="1611179"/>
                  <a:pt x="818701" y="1591732"/>
                  <a:pt x="701189" y="1600364"/>
                </a:cubicBezTo>
                <a:cubicBezTo>
                  <a:pt x="583677" y="1608996"/>
                  <a:pt x="292009" y="1541556"/>
                  <a:pt x="122844" y="1600364"/>
                </a:cubicBezTo>
                <a:cubicBezTo>
                  <a:pt x="56509" y="1596405"/>
                  <a:pt x="-10110" y="1548411"/>
                  <a:pt x="0" y="1477520"/>
                </a:cubicBezTo>
                <a:cubicBezTo>
                  <a:pt x="-43660" y="1299770"/>
                  <a:pt x="4292" y="1227447"/>
                  <a:pt x="0" y="1066602"/>
                </a:cubicBezTo>
                <a:cubicBezTo>
                  <a:pt x="-4292" y="905757"/>
                  <a:pt x="52875" y="788420"/>
                  <a:pt x="0" y="615043"/>
                </a:cubicBezTo>
                <a:cubicBezTo>
                  <a:pt x="-52875" y="441666"/>
                  <a:pt x="28048" y="273708"/>
                  <a:pt x="0" y="122844"/>
                </a:cubicBezTo>
                <a:close/>
              </a:path>
            </a:pathLst>
          </a:custGeom>
          <a:noFill/>
          <a:ln w="571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700988">
                  <a:prstGeom prst="roundRect">
                    <a:avLst>
                      <a:gd name="adj" fmla="val 767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496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4A0D4C8B-9EC3-C08F-BE23-BA0C74B2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735" y="2572982"/>
            <a:ext cx="2097312" cy="2029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TPA and One-way FBS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C1B3B-A56B-74A2-67E9-A1DEEDF2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4" y="3859474"/>
            <a:ext cx="2037602" cy="203278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69D1E6C-2B7C-F616-BBCC-5201E252A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047" y="3890933"/>
            <a:ext cx="1832743" cy="202996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69C9E2E-4D85-5ECF-CE0B-49F6AA4B7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309" y="4317349"/>
            <a:ext cx="2697651" cy="1399573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9FBD516-B7C2-82C1-E198-E52B60165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787" y="2696161"/>
            <a:ext cx="2585472" cy="1399573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6C838CD-3525-027A-1132-EE53125EB300}"/>
              </a:ext>
            </a:extLst>
          </p:cNvPr>
          <p:cNvSpPr/>
          <p:nvPr/>
        </p:nvSpPr>
        <p:spPr>
          <a:xfrm>
            <a:off x="310392" y="2119770"/>
            <a:ext cx="6123963" cy="3937081"/>
          </a:xfrm>
          <a:custGeom>
            <a:avLst/>
            <a:gdLst>
              <a:gd name="connsiteX0" fmla="*/ 0 w 6123963"/>
              <a:gd name="connsiteY0" fmla="*/ 245123 h 3937081"/>
              <a:gd name="connsiteX1" fmla="*/ 245123 w 6123963"/>
              <a:gd name="connsiteY1" fmla="*/ 0 h 3937081"/>
              <a:gd name="connsiteX2" fmla="*/ 983766 w 6123963"/>
              <a:gd name="connsiteY2" fmla="*/ 0 h 3937081"/>
              <a:gd name="connsiteX3" fmla="*/ 1553397 w 6123963"/>
              <a:gd name="connsiteY3" fmla="*/ 0 h 3937081"/>
              <a:gd name="connsiteX4" fmla="*/ 2066691 w 6123963"/>
              <a:gd name="connsiteY4" fmla="*/ 0 h 3937081"/>
              <a:gd name="connsiteX5" fmla="*/ 2579986 w 6123963"/>
              <a:gd name="connsiteY5" fmla="*/ 0 h 3937081"/>
              <a:gd name="connsiteX6" fmla="*/ 3093280 w 6123963"/>
              <a:gd name="connsiteY6" fmla="*/ 0 h 3937081"/>
              <a:gd name="connsiteX7" fmla="*/ 3775586 w 6123963"/>
              <a:gd name="connsiteY7" fmla="*/ 0 h 3937081"/>
              <a:gd name="connsiteX8" fmla="*/ 4288880 w 6123963"/>
              <a:gd name="connsiteY8" fmla="*/ 0 h 3937081"/>
              <a:gd name="connsiteX9" fmla="*/ 4914848 w 6123963"/>
              <a:gd name="connsiteY9" fmla="*/ 0 h 3937081"/>
              <a:gd name="connsiteX10" fmla="*/ 5878840 w 6123963"/>
              <a:gd name="connsiteY10" fmla="*/ 0 h 3937081"/>
              <a:gd name="connsiteX11" fmla="*/ 6123963 w 6123963"/>
              <a:gd name="connsiteY11" fmla="*/ 245123 h 3937081"/>
              <a:gd name="connsiteX12" fmla="*/ 6123963 w 6123963"/>
              <a:gd name="connsiteY12" fmla="*/ 900022 h 3937081"/>
              <a:gd name="connsiteX13" fmla="*/ 6123963 w 6123963"/>
              <a:gd name="connsiteY13" fmla="*/ 1520452 h 3937081"/>
              <a:gd name="connsiteX14" fmla="*/ 6123963 w 6123963"/>
              <a:gd name="connsiteY14" fmla="*/ 2175351 h 3937081"/>
              <a:gd name="connsiteX15" fmla="*/ 6123963 w 6123963"/>
              <a:gd name="connsiteY15" fmla="*/ 2864718 h 3937081"/>
              <a:gd name="connsiteX16" fmla="*/ 6123963 w 6123963"/>
              <a:gd name="connsiteY16" fmla="*/ 3691958 h 3937081"/>
              <a:gd name="connsiteX17" fmla="*/ 5878840 w 6123963"/>
              <a:gd name="connsiteY17" fmla="*/ 3937081 h 3937081"/>
              <a:gd name="connsiteX18" fmla="*/ 5140197 w 6123963"/>
              <a:gd name="connsiteY18" fmla="*/ 3937081 h 3937081"/>
              <a:gd name="connsiteX19" fmla="*/ 4683240 w 6123963"/>
              <a:gd name="connsiteY19" fmla="*/ 3937081 h 3937081"/>
              <a:gd name="connsiteX20" fmla="*/ 4000934 w 6123963"/>
              <a:gd name="connsiteY20" fmla="*/ 3937081 h 3937081"/>
              <a:gd name="connsiteX21" fmla="*/ 3431303 w 6123963"/>
              <a:gd name="connsiteY21" fmla="*/ 3937081 h 3937081"/>
              <a:gd name="connsiteX22" fmla="*/ 2861672 w 6123963"/>
              <a:gd name="connsiteY22" fmla="*/ 3937081 h 3937081"/>
              <a:gd name="connsiteX23" fmla="*/ 2292040 w 6123963"/>
              <a:gd name="connsiteY23" fmla="*/ 3937081 h 3937081"/>
              <a:gd name="connsiteX24" fmla="*/ 1553397 w 6123963"/>
              <a:gd name="connsiteY24" fmla="*/ 3937081 h 3937081"/>
              <a:gd name="connsiteX25" fmla="*/ 1096440 w 6123963"/>
              <a:gd name="connsiteY25" fmla="*/ 3937081 h 3937081"/>
              <a:gd name="connsiteX26" fmla="*/ 245123 w 6123963"/>
              <a:gd name="connsiteY26" fmla="*/ 3937081 h 3937081"/>
              <a:gd name="connsiteX27" fmla="*/ 0 w 6123963"/>
              <a:gd name="connsiteY27" fmla="*/ 3691958 h 3937081"/>
              <a:gd name="connsiteX28" fmla="*/ 0 w 6123963"/>
              <a:gd name="connsiteY28" fmla="*/ 3105996 h 3937081"/>
              <a:gd name="connsiteX29" fmla="*/ 0 w 6123963"/>
              <a:gd name="connsiteY29" fmla="*/ 2382161 h 3937081"/>
              <a:gd name="connsiteX30" fmla="*/ 0 w 6123963"/>
              <a:gd name="connsiteY30" fmla="*/ 1692794 h 3937081"/>
              <a:gd name="connsiteX31" fmla="*/ 0 w 6123963"/>
              <a:gd name="connsiteY31" fmla="*/ 934490 h 3937081"/>
              <a:gd name="connsiteX32" fmla="*/ 0 w 6123963"/>
              <a:gd name="connsiteY32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123963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566813" y="-21524"/>
                  <a:pt x="687393" y="7177"/>
                  <a:pt x="983766" y="0"/>
                </a:cubicBezTo>
                <a:cubicBezTo>
                  <a:pt x="1280139" y="-7177"/>
                  <a:pt x="1291179" y="-14881"/>
                  <a:pt x="1553397" y="0"/>
                </a:cubicBezTo>
                <a:cubicBezTo>
                  <a:pt x="1815615" y="14881"/>
                  <a:pt x="1822542" y="7067"/>
                  <a:pt x="2066691" y="0"/>
                </a:cubicBezTo>
                <a:cubicBezTo>
                  <a:pt x="2310840" y="-7067"/>
                  <a:pt x="2389179" y="-24048"/>
                  <a:pt x="2579986" y="0"/>
                </a:cubicBezTo>
                <a:cubicBezTo>
                  <a:pt x="2770794" y="24048"/>
                  <a:pt x="2989606" y="25360"/>
                  <a:pt x="3093280" y="0"/>
                </a:cubicBezTo>
                <a:cubicBezTo>
                  <a:pt x="3196954" y="-25360"/>
                  <a:pt x="3591070" y="-379"/>
                  <a:pt x="3775586" y="0"/>
                </a:cubicBezTo>
                <a:cubicBezTo>
                  <a:pt x="3960102" y="379"/>
                  <a:pt x="4079861" y="-17218"/>
                  <a:pt x="4288880" y="0"/>
                </a:cubicBezTo>
                <a:cubicBezTo>
                  <a:pt x="4497899" y="17218"/>
                  <a:pt x="4744975" y="26316"/>
                  <a:pt x="4914848" y="0"/>
                </a:cubicBezTo>
                <a:cubicBezTo>
                  <a:pt x="5084721" y="-26316"/>
                  <a:pt x="5470784" y="-18597"/>
                  <a:pt x="5878840" y="0"/>
                </a:cubicBezTo>
                <a:cubicBezTo>
                  <a:pt x="5993975" y="-24658"/>
                  <a:pt x="6127146" y="107676"/>
                  <a:pt x="6123963" y="245123"/>
                </a:cubicBezTo>
                <a:cubicBezTo>
                  <a:pt x="6134845" y="544534"/>
                  <a:pt x="6098163" y="755317"/>
                  <a:pt x="6123963" y="900022"/>
                </a:cubicBezTo>
                <a:cubicBezTo>
                  <a:pt x="6149763" y="1044727"/>
                  <a:pt x="6153554" y="1255359"/>
                  <a:pt x="6123963" y="1520452"/>
                </a:cubicBezTo>
                <a:cubicBezTo>
                  <a:pt x="6094373" y="1785545"/>
                  <a:pt x="6153658" y="1988072"/>
                  <a:pt x="6123963" y="2175351"/>
                </a:cubicBezTo>
                <a:cubicBezTo>
                  <a:pt x="6094268" y="2362630"/>
                  <a:pt x="6128369" y="2535562"/>
                  <a:pt x="6123963" y="2864718"/>
                </a:cubicBezTo>
                <a:cubicBezTo>
                  <a:pt x="6119557" y="3193874"/>
                  <a:pt x="6106947" y="3353190"/>
                  <a:pt x="6123963" y="3691958"/>
                </a:cubicBezTo>
                <a:cubicBezTo>
                  <a:pt x="6154384" y="3812605"/>
                  <a:pt x="6010771" y="3934889"/>
                  <a:pt x="5878840" y="3937081"/>
                </a:cubicBezTo>
                <a:cubicBezTo>
                  <a:pt x="5614622" y="3910642"/>
                  <a:pt x="5332624" y="3926079"/>
                  <a:pt x="5140197" y="3937081"/>
                </a:cubicBezTo>
                <a:cubicBezTo>
                  <a:pt x="4947770" y="3948083"/>
                  <a:pt x="4808517" y="3917499"/>
                  <a:pt x="4683240" y="3937081"/>
                </a:cubicBezTo>
                <a:cubicBezTo>
                  <a:pt x="4557963" y="3956663"/>
                  <a:pt x="4180087" y="3932952"/>
                  <a:pt x="4000934" y="3937081"/>
                </a:cubicBezTo>
                <a:cubicBezTo>
                  <a:pt x="3821781" y="3941210"/>
                  <a:pt x="3679587" y="3930937"/>
                  <a:pt x="3431303" y="3937081"/>
                </a:cubicBezTo>
                <a:cubicBezTo>
                  <a:pt x="3183019" y="3943225"/>
                  <a:pt x="3038094" y="3911759"/>
                  <a:pt x="2861672" y="3937081"/>
                </a:cubicBezTo>
                <a:cubicBezTo>
                  <a:pt x="2685250" y="3962403"/>
                  <a:pt x="2547487" y="3914945"/>
                  <a:pt x="2292040" y="3937081"/>
                </a:cubicBezTo>
                <a:cubicBezTo>
                  <a:pt x="2036593" y="3959217"/>
                  <a:pt x="1899695" y="3953746"/>
                  <a:pt x="1553397" y="3937081"/>
                </a:cubicBezTo>
                <a:cubicBezTo>
                  <a:pt x="1207099" y="3920416"/>
                  <a:pt x="1320279" y="3926720"/>
                  <a:pt x="1096440" y="3937081"/>
                </a:cubicBezTo>
                <a:cubicBezTo>
                  <a:pt x="872601" y="3947442"/>
                  <a:pt x="582357" y="3919626"/>
                  <a:pt x="245123" y="3937081"/>
                </a:cubicBezTo>
                <a:cubicBezTo>
                  <a:pt x="114746" y="3936688"/>
                  <a:pt x="11728" y="3834881"/>
                  <a:pt x="0" y="3691958"/>
                </a:cubicBezTo>
                <a:cubicBezTo>
                  <a:pt x="-28912" y="3448638"/>
                  <a:pt x="1322" y="3393311"/>
                  <a:pt x="0" y="3105996"/>
                </a:cubicBezTo>
                <a:cubicBezTo>
                  <a:pt x="-1322" y="2818681"/>
                  <a:pt x="-4409" y="2729384"/>
                  <a:pt x="0" y="2382161"/>
                </a:cubicBezTo>
                <a:cubicBezTo>
                  <a:pt x="4409" y="2034939"/>
                  <a:pt x="19819" y="1992224"/>
                  <a:pt x="0" y="1692794"/>
                </a:cubicBezTo>
                <a:cubicBezTo>
                  <a:pt x="-19819" y="1393364"/>
                  <a:pt x="-36546" y="1300227"/>
                  <a:pt x="0" y="934490"/>
                </a:cubicBezTo>
                <a:cubicBezTo>
                  <a:pt x="36546" y="568753"/>
                  <a:pt x="27756" y="405729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F4134A-FEA2-65C6-FB0E-BEE3E1430B6D}"/>
              </a:ext>
            </a:extLst>
          </p:cNvPr>
          <p:cNvSpPr txBox="1"/>
          <p:nvPr/>
        </p:nvSpPr>
        <p:spPr>
          <a:xfrm>
            <a:off x="1350624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Propulsion System Only Information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C7FBBCF-C4E5-F6FD-E1B9-3157F4A5CEF1}"/>
              </a:ext>
            </a:extLst>
          </p:cNvPr>
          <p:cNvSpPr/>
          <p:nvPr/>
        </p:nvSpPr>
        <p:spPr>
          <a:xfrm>
            <a:off x="6635691" y="2119769"/>
            <a:ext cx="4792911" cy="3937081"/>
          </a:xfrm>
          <a:custGeom>
            <a:avLst/>
            <a:gdLst>
              <a:gd name="connsiteX0" fmla="*/ 0 w 4792911"/>
              <a:gd name="connsiteY0" fmla="*/ 245123 h 3937081"/>
              <a:gd name="connsiteX1" fmla="*/ 245123 w 4792911"/>
              <a:gd name="connsiteY1" fmla="*/ 0 h 3937081"/>
              <a:gd name="connsiteX2" fmla="*/ 945843 w 4792911"/>
              <a:gd name="connsiteY2" fmla="*/ 0 h 3937081"/>
              <a:gd name="connsiteX3" fmla="*/ 1517483 w 4792911"/>
              <a:gd name="connsiteY3" fmla="*/ 0 h 3937081"/>
              <a:gd name="connsiteX4" fmla="*/ 2046096 w 4792911"/>
              <a:gd name="connsiteY4" fmla="*/ 0 h 3937081"/>
              <a:gd name="connsiteX5" fmla="*/ 2574709 w 4792911"/>
              <a:gd name="connsiteY5" fmla="*/ 0 h 3937081"/>
              <a:gd name="connsiteX6" fmla="*/ 3103322 w 4792911"/>
              <a:gd name="connsiteY6" fmla="*/ 0 h 3937081"/>
              <a:gd name="connsiteX7" fmla="*/ 3761015 w 4792911"/>
              <a:gd name="connsiteY7" fmla="*/ 0 h 3937081"/>
              <a:gd name="connsiteX8" fmla="*/ 4547788 w 4792911"/>
              <a:gd name="connsiteY8" fmla="*/ 0 h 3937081"/>
              <a:gd name="connsiteX9" fmla="*/ 4792911 w 4792911"/>
              <a:gd name="connsiteY9" fmla="*/ 245123 h 3937081"/>
              <a:gd name="connsiteX10" fmla="*/ 4792911 w 4792911"/>
              <a:gd name="connsiteY10" fmla="*/ 900022 h 3937081"/>
              <a:gd name="connsiteX11" fmla="*/ 4792911 w 4792911"/>
              <a:gd name="connsiteY11" fmla="*/ 1554920 h 3937081"/>
              <a:gd name="connsiteX12" fmla="*/ 4792911 w 4792911"/>
              <a:gd name="connsiteY12" fmla="*/ 2140882 h 3937081"/>
              <a:gd name="connsiteX13" fmla="*/ 4792911 w 4792911"/>
              <a:gd name="connsiteY13" fmla="*/ 2761313 h 3937081"/>
              <a:gd name="connsiteX14" fmla="*/ 4792911 w 4792911"/>
              <a:gd name="connsiteY14" fmla="*/ 3691958 h 3937081"/>
              <a:gd name="connsiteX15" fmla="*/ 4547788 w 4792911"/>
              <a:gd name="connsiteY15" fmla="*/ 3937081 h 3937081"/>
              <a:gd name="connsiteX16" fmla="*/ 3890095 w 4792911"/>
              <a:gd name="connsiteY16" fmla="*/ 3937081 h 3937081"/>
              <a:gd name="connsiteX17" fmla="*/ 3318455 w 4792911"/>
              <a:gd name="connsiteY17" fmla="*/ 3937081 h 3937081"/>
              <a:gd name="connsiteX18" fmla="*/ 2660762 w 4792911"/>
              <a:gd name="connsiteY18" fmla="*/ 3937081 h 3937081"/>
              <a:gd name="connsiteX19" fmla="*/ 2175176 w 4792911"/>
              <a:gd name="connsiteY19" fmla="*/ 3937081 h 3937081"/>
              <a:gd name="connsiteX20" fmla="*/ 1517483 w 4792911"/>
              <a:gd name="connsiteY20" fmla="*/ 3937081 h 3937081"/>
              <a:gd name="connsiteX21" fmla="*/ 945843 w 4792911"/>
              <a:gd name="connsiteY21" fmla="*/ 3937081 h 3937081"/>
              <a:gd name="connsiteX22" fmla="*/ 245123 w 4792911"/>
              <a:gd name="connsiteY22" fmla="*/ 3937081 h 3937081"/>
              <a:gd name="connsiteX23" fmla="*/ 0 w 4792911"/>
              <a:gd name="connsiteY23" fmla="*/ 3691958 h 3937081"/>
              <a:gd name="connsiteX24" fmla="*/ 0 w 4792911"/>
              <a:gd name="connsiteY24" fmla="*/ 3071528 h 3937081"/>
              <a:gd name="connsiteX25" fmla="*/ 0 w 4792911"/>
              <a:gd name="connsiteY25" fmla="*/ 2382161 h 3937081"/>
              <a:gd name="connsiteX26" fmla="*/ 0 w 4792911"/>
              <a:gd name="connsiteY26" fmla="*/ 1692794 h 3937081"/>
              <a:gd name="connsiteX27" fmla="*/ 0 w 4792911"/>
              <a:gd name="connsiteY27" fmla="*/ 1072363 h 3937081"/>
              <a:gd name="connsiteX28" fmla="*/ 0 w 4792911"/>
              <a:gd name="connsiteY28" fmla="*/ 245123 h 393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792911" h="3937081" extrusionOk="0">
                <a:moveTo>
                  <a:pt x="0" y="245123"/>
                </a:moveTo>
                <a:cubicBezTo>
                  <a:pt x="7078" y="130894"/>
                  <a:pt x="127862" y="-21800"/>
                  <a:pt x="245123" y="0"/>
                </a:cubicBezTo>
                <a:cubicBezTo>
                  <a:pt x="453123" y="18075"/>
                  <a:pt x="755479" y="10932"/>
                  <a:pt x="945843" y="0"/>
                </a:cubicBezTo>
                <a:cubicBezTo>
                  <a:pt x="1136207" y="-10932"/>
                  <a:pt x="1251887" y="26482"/>
                  <a:pt x="1517483" y="0"/>
                </a:cubicBezTo>
                <a:cubicBezTo>
                  <a:pt x="1783079" y="-26482"/>
                  <a:pt x="1921035" y="-13904"/>
                  <a:pt x="2046096" y="0"/>
                </a:cubicBezTo>
                <a:cubicBezTo>
                  <a:pt x="2171157" y="13904"/>
                  <a:pt x="2348548" y="-8806"/>
                  <a:pt x="2574709" y="0"/>
                </a:cubicBezTo>
                <a:cubicBezTo>
                  <a:pt x="2800870" y="8806"/>
                  <a:pt x="2945803" y="7326"/>
                  <a:pt x="3103322" y="0"/>
                </a:cubicBezTo>
                <a:cubicBezTo>
                  <a:pt x="3260841" y="-7326"/>
                  <a:pt x="3456182" y="18350"/>
                  <a:pt x="3761015" y="0"/>
                </a:cubicBezTo>
                <a:cubicBezTo>
                  <a:pt x="4065848" y="-18350"/>
                  <a:pt x="4228316" y="-36511"/>
                  <a:pt x="4547788" y="0"/>
                </a:cubicBezTo>
                <a:cubicBezTo>
                  <a:pt x="4683659" y="-5848"/>
                  <a:pt x="4802471" y="103527"/>
                  <a:pt x="4792911" y="245123"/>
                </a:cubicBezTo>
                <a:cubicBezTo>
                  <a:pt x="4797346" y="457189"/>
                  <a:pt x="4816624" y="591309"/>
                  <a:pt x="4792911" y="900022"/>
                </a:cubicBezTo>
                <a:cubicBezTo>
                  <a:pt x="4769198" y="1208735"/>
                  <a:pt x="4776453" y="1348477"/>
                  <a:pt x="4792911" y="1554920"/>
                </a:cubicBezTo>
                <a:cubicBezTo>
                  <a:pt x="4809369" y="1761363"/>
                  <a:pt x="4783397" y="1864777"/>
                  <a:pt x="4792911" y="2140882"/>
                </a:cubicBezTo>
                <a:cubicBezTo>
                  <a:pt x="4802425" y="2416987"/>
                  <a:pt x="4764546" y="2493878"/>
                  <a:pt x="4792911" y="2761313"/>
                </a:cubicBezTo>
                <a:cubicBezTo>
                  <a:pt x="4821276" y="3028748"/>
                  <a:pt x="4802995" y="3475152"/>
                  <a:pt x="4792911" y="3691958"/>
                </a:cubicBezTo>
                <a:cubicBezTo>
                  <a:pt x="4807611" y="3817434"/>
                  <a:pt x="4675349" y="3944732"/>
                  <a:pt x="4547788" y="3937081"/>
                </a:cubicBezTo>
                <a:cubicBezTo>
                  <a:pt x="4345921" y="3955944"/>
                  <a:pt x="4045757" y="3934310"/>
                  <a:pt x="3890095" y="3937081"/>
                </a:cubicBezTo>
                <a:cubicBezTo>
                  <a:pt x="3734433" y="3939852"/>
                  <a:pt x="3575556" y="3942262"/>
                  <a:pt x="3318455" y="3937081"/>
                </a:cubicBezTo>
                <a:cubicBezTo>
                  <a:pt x="3061354" y="3931900"/>
                  <a:pt x="2814037" y="3919208"/>
                  <a:pt x="2660762" y="3937081"/>
                </a:cubicBezTo>
                <a:cubicBezTo>
                  <a:pt x="2507487" y="3954954"/>
                  <a:pt x="2360289" y="3931994"/>
                  <a:pt x="2175176" y="3937081"/>
                </a:cubicBezTo>
                <a:cubicBezTo>
                  <a:pt x="1990063" y="3942168"/>
                  <a:pt x="1675721" y="3925386"/>
                  <a:pt x="1517483" y="3937081"/>
                </a:cubicBezTo>
                <a:cubicBezTo>
                  <a:pt x="1359245" y="3948776"/>
                  <a:pt x="1105547" y="3962346"/>
                  <a:pt x="945843" y="3937081"/>
                </a:cubicBezTo>
                <a:cubicBezTo>
                  <a:pt x="786139" y="3911816"/>
                  <a:pt x="574641" y="3921337"/>
                  <a:pt x="245123" y="3937081"/>
                </a:cubicBezTo>
                <a:cubicBezTo>
                  <a:pt x="112211" y="3930600"/>
                  <a:pt x="-5376" y="3856563"/>
                  <a:pt x="0" y="3691958"/>
                </a:cubicBezTo>
                <a:cubicBezTo>
                  <a:pt x="25589" y="3556407"/>
                  <a:pt x="-2892" y="3328416"/>
                  <a:pt x="0" y="3071528"/>
                </a:cubicBezTo>
                <a:cubicBezTo>
                  <a:pt x="2892" y="2814640"/>
                  <a:pt x="-17416" y="2567633"/>
                  <a:pt x="0" y="2382161"/>
                </a:cubicBezTo>
                <a:cubicBezTo>
                  <a:pt x="17416" y="2196689"/>
                  <a:pt x="19615" y="2017637"/>
                  <a:pt x="0" y="1692794"/>
                </a:cubicBezTo>
                <a:cubicBezTo>
                  <a:pt x="-19615" y="1367951"/>
                  <a:pt x="-2117" y="1270018"/>
                  <a:pt x="0" y="1072363"/>
                </a:cubicBezTo>
                <a:cubicBezTo>
                  <a:pt x="2117" y="874708"/>
                  <a:pt x="24126" y="558805"/>
                  <a:pt x="0" y="245123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>
                      <a:gd name="adj" fmla="val 622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5C25656-2761-1BDF-E3A1-48456C9256D2}"/>
              </a:ext>
            </a:extLst>
          </p:cNvPr>
          <p:cNvSpPr txBox="1"/>
          <p:nvPr/>
        </p:nvSpPr>
        <p:spPr>
          <a:xfrm>
            <a:off x="7010397" y="2169678"/>
            <a:ext cx="404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Payload Only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20F536-3E52-8B31-AA1B-D584ECB3F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/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A8C8DAC-F711-0119-5586-684928D18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34" y="4278714"/>
                <a:ext cx="1224792" cy="434478"/>
              </a:xfrm>
              <a:prstGeom prst="rect">
                <a:avLst/>
              </a:prstGeom>
              <a:blipFill>
                <a:blip r:embed="rId8"/>
                <a:stretch>
                  <a:fillRect l="-985" b="-68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91036A4-FA5E-24C1-EEBC-7761FDB4363D}"/>
              </a:ext>
            </a:extLst>
          </p:cNvPr>
          <p:cNvSpPr/>
          <p:nvPr/>
        </p:nvSpPr>
        <p:spPr>
          <a:xfrm>
            <a:off x="2583809" y="3271706"/>
            <a:ext cx="1560352" cy="335560"/>
          </a:xfrm>
          <a:custGeom>
            <a:avLst/>
            <a:gdLst>
              <a:gd name="connsiteX0" fmla="*/ 0 w 1560352"/>
              <a:gd name="connsiteY0" fmla="*/ 335560 h 335560"/>
              <a:gd name="connsiteX1" fmla="*/ 67112 w 1560352"/>
              <a:gd name="connsiteY1" fmla="*/ 318782 h 335560"/>
              <a:gd name="connsiteX2" fmla="*/ 142613 w 1560352"/>
              <a:gd name="connsiteY2" fmla="*/ 310393 h 335560"/>
              <a:gd name="connsiteX3" fmla="*/ 243281 w 1560352"/>
              <a:gd name="connsiteY3" fmla="*/ 276837 h 335560"/>
              <a:gd name="connsiteX4" fmla="*/ 276837 w 1560352"/>
              <a:gd name="connsiteY4" fmla="*/ 251670 h 335560"/>
              <a:gd name="connsiteX5" fmla="*/ 352338 w 1560352"/>
              <a:gd name="connsiteY5" fmla="*/ 209725 h 335560"/>
              <a:gd name="connsiteX6" fmla="*/ 419450 w 1560352"/>
              <a:gd name="connsiteY6" fmla="*/ 159391 h 335560"/>
              <a:gd name="connsiteX7" fmla="*/ 469784 w 1560352"/>
              <a:gd name="connsiteY7" fmla="*/ 117446 h 335560"/>
              <a:gd name="connsiteX8" fmla="*/ 494951 w 1560352"/>
              <a:gd name="connsiteY8" fmla="*/ 109057 h 335560"/>
              <a:gd name="connsiteX9" fmla="*/ 562063 w 1560352"/>
              <a:gd name="connsiteY9" fmla="*/ 58723 h 335560"/>
              <a:gd name="connsiteX10" fmla="*/ 620785 w 1560352"/>
              <a:gd name="connsiteY10" fmla="*/ 41945 h 335560"/>
              <a:gd name="connsiteX11" fmla="*/ 696286 w 1560352"/>
              <a:gd name="connsiteY11" fmla="*/ 16778 h 335560"/>
              <a:gd name="connsiteX12" fmla="*/ 721453 w 1560352"/>
              <a:gd name="connsiteY12" fmla="*/ 8389 h 335560"/>
              <a:gd name="connsiteX13" fmla="*/ 763398 w 1560352"/>
              <a:gd name="connsiteY13" fmla="*/ 0 h 335560"/>
              <a:gd name="connsiteX14" fmla="*/ 1132514 w 1560352"/>
              <a:gd name="connsiteY14" fmla="*/ 8389 h 335560"/>
              <a:gd name="connsiteX15" fmla="*/ 1216404 w 1560352"/>
              <a:gd name="connsiteY15" fmla="*/ 33556 h 335560"/>
              <a:gd name="connsiteX16" fmla="*/ 1283516 w 1560352"/>
              <a:gd name="connsiteY16" fmla="*/ 58723 h 335560"/>
              <a:gd name="connsiteX17" fmla="*/ 1333850 w 1560352"/>
              <a:gd name="connsiteY17" fmla="*/ 75501 h 335560"/>
              <a:gd name="connsiteX18" fmla="*/ 1392573 w 1560352"/>
              <a:gd name="connsiteY18" fmla="*/ 109057 h 335560"/>
              <a:gd name="connsiteX19" fmla="*/ 1459685 w 1560352"/>
              <a:gd name="connsiteY19" fmla="*/ 142613 h 335560"/>
              <a:gd name="connsiteX20" fmla="*/ 1535185 w 1560352"/>
              <a:gd name="connsiteY20" fmla="*/ 151002 h 335560"/>
              <a:gd name="connsiteX21" fmla="*/ 1560352 w 1560352"/>
              <a:gd name="connsiteY21" fmla="*/ 167780 h 33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60352" h="335560">
                <a:moveTo>
                  <a:pt x="0" y="335560"/>
                </a:moveTo>
                <a:cubicBezTo>
                  <a:pt x="22371" y="329967"/>
                  <a:pt x="44404" y="322789"/>
                  <a:pt x="67112" y="318782"/>
                </a:cubicBezTo>
                <a:cubicBezTo>
                  <a:pt x="92049" y="314381"/>
                  <a:pt x="117980" y="316258"/>
                  <a:pt x="142613" y="310393"/>
                </a:cubicBezTo>
                <a:cubicBezTo>
                  <a:pt x="177022" y="302200"/>
                  <a:pt x="243281" y="276837"/>
                  <a:pt x="243281" y="276837"/>
                </a:cubicBezTo>
                <a:cubicBezTo>
                  <a:pt x="254466" y="268448"/>
                  <a:pt x="264981" y="259080"/>
                  <a:pt x="276837" y="251670"/>
                </a:cubicBezTo>
                <a:cubicBezTo>
                  <a:pt x="358981" y="200330"/>
                  <a:pt x="255334" y="276882"/>
                  <a:pt x="352338" y="209725"/>
                </a:cubicBezTo>
                <a:cubicBezTo>
                  <a:pt x="375329" y="193808"/>
                  <a:pt x="397968" y="177293"/>
                  <a:pt x="419450" y="159391"/>
                </a:cubicBezTo>
                <a:cubicBezTo>
                  <a:pt x="436228" y="145409"/>
                  <a:pt x="451612" y="129561"/>
                  <a:pt x="469784" y="117446"/>
                </a:cubicBezTo>
                <a:cubicBezTo>
                  <a:pt x="477142" y="112541"/>
                  <a:pt x="486562" y="111853"/>
                  <a:pt x="494951" y="109057"/>
                </a:cubicBezTo>
                <a:cubicBezTo>
                  <a:pt x="524063" y="79945"/>
                  <a:pt x="520368" y="79570"/>
                  <a:pt x="562063" y="58723"/>
                </a:cubicBezTo>
                <a:cubicBezTo>
                  <a:pt x="576158" y="51675"/>
                  <a:pt x="607347" y="45976"/>
                  <a:pt x="620785" y="41945"/>
                </a:cubicBezTo>
                <a:lnTo>
                  <a:pt x="696286" y="16778"/>
                </a:lnTo>
                <a:cubicBezTo>
                  <a:pt x="704675" y="13982"/>
                  <a:pt x="712782" y="10123"/>
                  <a:pt x="721453" y="8389"/>
                </a:cubicBezTo>
                <a:lnTo>
                  <a:pt x="763398" y="0"/>
                </a:lnTo>
                <a:lnTo>
                  <a:pt x="1132514" y="8389"/>
                </a:lnTo>
                <a:cubicBezTo>
                  <a:pt x="1170272" y="9930"/>
                  <a:pt x="1181237" y="21834"/>
                  <a:pt x="1216404" y="33556"/>
                </a:cubicBezTo>
                <a:cubicBezTo>
                  <a:pt x="1379869" y="88044"/>
                  <a:pt x="1111900" y="-9923"/>
                  <a:pt x="1283516" y="58723"/>
                </a:cubicBezTo>
                <a:cubicBezTo>
                  <a:pt x="1299937" y="65291"/>
                  <a:pt x="1333850" y="75501"/>
                  <a:pt x="1333850" y="75501"/>
                </a:cubicBezTo>
                <a:cubicBezTo>
                  <a:pt x="1399409" y="124671"/>
                  <a:pt x="1338375" y="84422"/>
                  <a:pt x="1392573" y="109057"/>
                </a:cubicBezTo>
                <a:cubicBezTo>
                  <a:pt x="1415342" y="119407"/>
                  <a:pt x="1434827" y="139851"/>
                  <a:pt x="1459685" y="142613"/>
                </a:cubicBezTo>
                <a:lnTo>
                  <a:pt x="1535185" y="151002"/>
                </a:lnTo>
                <a:lnTo>
                  <a:pt x="1560352" y="16778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85155EB5-C761-2269-2596-91919C0E6AB4}"/>
              </a:ext>
            </a:extLst>
          </p:cNvPr>
          <p:cNvSpPr/>
          <p:nvPr/>
        </p:nvSpPr>
        <p:spPr>
          <a:xfrm>
            <a:off x="8925886" y="4790114"/>
            <a:ext cx="1224793" cy="226503"/>
          </a:xfrm>
          <a:custGeom>
            <a:avLst/>
            <a:gdLst>
              <a:gd name="connsiteX0" fmla="*/ 0 w 1224793"/>
              <a:gd name="connsiteY0" fmla="*/ 226503 h 226503"/>
              <a:gd name="connsiteX1" fmla="*/ 41945 w 1224793"/>
              <a:gd name="connsiteY1" fmla="*/ 192947 h 226503"/>
              <a:gd name="connsiteX2" fmla="*/ 67112 w 1224793"/>
              <a:gd name="connsiteY2" fmla="*/ 167780 h 226503"/>
              <a:gd name="connsiteX3" fmla="*/ 100668 w 1224793"/>
              <a:gd name="connsiteY3" fmla="*/ 151002 h 226503"/>
              <a:gd name="connsiteX4" fmla="*/ 134224 w 1224793"/>
              <a:gd name="connsiteY4" fmla="*/ 117446 h 226503"/>
              <a:gd name="connsiteX5" fmla="*/ 176169 w 1224793"/>
              <a:gd name="connsiteY5" fmla="*/ 92279 h 226503"/>
              <a:gd name="connsiteX6" fmla="*/ 209725 w 1224793"/>
              <a:gd name="connsiteY6" fmla="*/ 67112 h 226503"/>
              <a:gd name="connsiteX7" fmla="*/ 251670 w 1224793"/>
              <a:gd name="connsiteY7" fmla="*/ 50334 h 226503"/>
              <a:gd name="connsiteX8" fmla="*/ 310393 w 1224793"/>
              <a:gd name="connsiteY8" fmla="*/ 16778 h 226503"/>
              <a:gd name="connsiteX9" fmla="*/ 486562 w 1224793"/>
              <a:gd name="connsiteY9" fmla="*/ 0 h 226503"/>
              <a:gd name="connsiteX10" fmla="*/ 822121 w 1224793"/>
              <a:gd name="connsiteY10" fmla="*/ 8389 h 226503"/>
              <a:gd name="connsiteX11" fmla="*/ 864066 w 1224793"/>
              <a:gd name="connsiteY11" fmla="*/ 16778 h 226503"/>
              <a:gd name="connsiteX12" fmla="*/ 947956 w 1224793"/>
              <a:gd name="connsiteY12" fmla="*/ 58723 h 226503"/>
              <a:gd name="connsiteX13" fmla="*/ 981512 w 1224793"/>
              <a:gd name="connsiteY13" fmla="*/ 75501 h 226503"/>
              <a:gd name="connsiteX14" fmla="*/ 1040235 w 1224793"/>
              <a:gd name="connsiteY14" fmla="*/ 92279 h 226503"/>
              <a:gd name="connsiteX15" fmla="*/ 1082180 w 1224793"/>
              <a:gd name="connsiteY15" fmla="*/ 109057 h 226503"/>
              <a:gd name="connsiteX16" fmla="*/ 1115736 w 1224793"/>
              <a:gd name="connsiteY16" fmla="*/ 117446 h 226503"/>
              <a:gd name="connsiteX17" fmla="*/ 1157681 w 1224793"/>
              <a:gd name="connsiteY17" fmla="*/ 134224 h 226503"/>
              <a:gd name="connsiteX18" fmla="*/ 1224793 w 1224793"/>
              <a:gd name="connsiteY18" fmla="*/ 142613 h 22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24793" h="226503">
                <a:moveTo>
                  <a:pt x="0" y="226503"/>
                </a:moveTo>
                <a:cubicBezTo>
                  <a:pt x="13982" y="215318"/>
                  <a:pt x="28470" y="204738"/>
                  <a:pt x="41945" y="192947"/>
                </a:cubicBezTo>
                <a:cubicBezTo>
                  <a:pt x="50873" y="185135"/>
                  <a:pt x="57458" y="174676"/>
                  <a:pt x="67112" y="167780"/>
                </a:cubicBezTo>
                <a:cubicBezTo>
                  <a:pt x="77288" y="160511"/>
                  <a:pt x="90664" y="158505"/>
                  <a:pt x="100668" y="151002"/>
                </a:cubicBezTo>
                <a:cubicBezTo>
                  <a:pt x="113323" y="141511"/>
                  <a:pt x="121738" y="127158"/>
                  <a:pt x="134224" y="117446"/>
                </a:cubicBezTo>
                <a:cubicBezTo>
                  <a:pt x="147095" y="107436"/>
                  <a:pt x="162602" y="101324"/>
                  <a:pt x="176169" y="92279"/>
                </a:cubicBezTo>
                <a:cubicBezTo>
                  <a:pt x="187802" y="84523"/>
                  <a:pt x="197503" y="73902"/>
                  <a:pt x="209725" y="67112"/>
                </a:cubicBezTo>
                <a:cubicBezTo>
                  <a:pt x="222889" y="59799"/>
                  <a:pt x="238506" y="57647"/>
                  <a:pt x="251670" y="50334"/>
                </a:cubicBezTo>
                <a:cubicBezTo>
                  <a:pt x="291733" y="28077"/>
                  <a:pt x="272321" y="24392"/>
                  <a:pt x="310393" y="16778"/>
                </a:cubicBezTo>
                <a:cubicBezTo>
                  <a:pt x="364602" y="5936"/>
                  <a:pt x="435475" y="3649"/>
                  <a:pt x="486562" y="0"/>
                </a:cubicBezTo>
                <a:lnTo>
                  <a:pt x="822121" y="8389"/>
                </a:lnTo>
                <a:cubicBezTo>
                  <a:pt x="836365" y="9022"/>
                  <a:pt x="850827" y="11483"/>
                  <a:pt x="864066" y="16778"/>
                </a:cubicBezTo>
                <a:cubicBezTo>
                  <a:pt x="893094" y="28389"/>
                  <a:pt x="919993" y="44741"/>
                  <a:pt x="947956" y="58723"/>
                </a:cubicBezTo>
                <a:cubicBezTo>
                  <a:pt x="959141" y="64316"/>
                  <a:pt x="969380" y="72468"/>
                  <a:pt x="981512" y="75501"/>
                </a:cubicBezTo>
                <a:cubicBezTo>
                  <a:pt x="1007955" y="82112"/>
                  <a:pt x="1016165" y="83253"/>
                  <a:pt x="1040235" y="92279"/>
                </a:cubicBezTo>
                <a:cubicBezTo>
                  <a:pt x="1054335" y="97566"/>
                  <a:pt x="1067894" y="104295"/>
                  <a:pt x="1082180" y="109057"/>
                </a:cubicBezTo>
                <a:cubicBezTo>
                  <a:pt x="1093118" y="112703"/>
                  <a:pt x="1104798" y="113800"/>
                  <a:pt x="1115736" y="117446"/>
                </a:cubicBezTo>
                <a:cubicBezTo>
                  <a:pt x="1130022" y="122208"/>
                  <a:pt x="1143153" y="130262"/>
                  <a:pt x="1157681" y="134224"/>
                </a:cubicBezTo>
                <a:cubicBezTo>
                  <a:pt x="1191812" y="143532"/>
                  <a:pt x="1198147" y="142613"/>
                  <a:pt x="1224793" y="142613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/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95ACBD6-F1A2-9BDA-DD17-68DCA902B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698" y="4371668"/>
                <a:ext cx="964734" cy="462563"/>
              </a:xfrm>
              <a:prstGeom prst="rect">
                <a:avLst/>
              </a:prstGeom>
              <a:blipFill>
                <a:blip r:embed="rId9"/>
                <a:stretch>
                  <a:fillRect r="-1863"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/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25D7ECF-EC44-6F2D-DF11-28BDEECD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653" y="4030184"/>
                <a:ext cx="1174458" cy="465769"/>
              </a:xfrm>
              <a:prstGeom prst="rect">
                <a:avLst/>
              </a:prstGeom>
              <a:blipFill>
                <a:blip r:embed="rId10"/>
                <a:stretch>
                  <a:fillRect r="-3077" b="-50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/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3FFDE362-69A3-3A2B-FBBC-98CA98A2E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850" y="2858079"/>
                <a:ext cx="1249959" cy="465769"/>
              </a:xfrm>
              <a:prstGeom prst="rect">
                <a:avLst/>
              </a:prstGeom>
              <a:blipFill>
                <a:blip r:embed="rId11"/>
                <a:stretch>
                  <a:fillRect b="-51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/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FB6E497-F28A-CB81-84CF-F718E15D4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789" y="2734335"/>
                <a:ext cx="964734" cy="462563"/>
              </a:xfrm>
              <a:prstGeom prst="rect">
                <a:avLst/>
              </a:prstGeom>
              <a:blipFill>
                <a:blip r:embed="rId12"/>
                <a:stretch>
                  <a:fillRect r="-1875" b="-51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0EEE59-CE78-C629-FFFA-C005E67D6164}"/>
              </a:ext>
            </a:extLst>
          </p:cNvPr>
          <p:cNvSpPr/>
          <p:nvPr/>
        </p:nvSpPr>
        <p:spPr>
          <a:xfrm>
            <a:off x="8367767" y="4205728"/>
            <a:ext cx="2988916" cy="1600364"/>
          </a:xfrm>
          <a:custGeom>
            <a:avLst/>
            <a:gdLst>
              <a:gd name="connsiteX0" fmla="*/ 0 w 2988916"/>
              <a:gd name="connsiteY0" fmla="*/ 122844 h 1600364"/>
              <a:gd name="connsiteX1" fmla="*/ 122844 w 2988916"/>
              <a:gd name="connsiteY1" fmla="*/ 0 h 1600364"/>
              <a:gd name="connsiteX2" fmla="*/ 589193 w 2988916"/>
              <a:gd name="connsiteY2" fmla="*/ 0 h 1600364"/>
              <a:gd name="connsiteX3" fmla="*/ 1055542 w 2988916"/>
              <a:gd name="connsiteY3" fmla="*/ 0 h 1600364"/>
              <a:gd name="connsiteX4" fmla="*/ 1549323 w 2988916"/>
              <a:gd name="connsiteY4" fmla="*/ 0 h 1600364"/>
              <a:gd name="connsiteX5" fmla="*/ 2097968 w 2988916"/>
              <a:gd name="connsiteY5" fmla="*/ 0 h 1600364"/>
              <a:gd name="connsiteX6" fmla="*/ 2866072 w 2988916"/>
              <a:gd name="connsiteY6" fmla="*/ 0 h 1600364"/>
              <a:gd name="connsiteX7" fmla="*/ 2988916 w 2988916"/>
              <a:gd name="connsiteY7" fmla="*/ 122844 h 1600364"/>
              <a:gd name="connsiteX8" fmla="*/ 2988916 w 2988916"/>
              <a:gd name="connsiteY8" fmla="*/ 533762 h 1600364"/>
              <a:gd name="connsiteX9" fmla="*/ 2988916 w 2988916"/>
              <a:gd name="connsiteY9" fmla="*/ 998868 h 1600364"/>
              <a:gd name="connsiteX10" fmla="*/ 2988916 w 2988916"/>
              <a:gd name="connsiteY10" fmla="*/ 1477520 h 1600364"/>
              <a:gd name="connsiteX11" fmla="*/ 2866072 w 2988916"/>
              <a:gd name="connsiteY11" fmla="*/ 1600364 h 1600364"/>
              <a:gd name="connsiteX12" fmla="*/ 2289994 w 2988916"/>
              <a:gd name="connsiteY12" fmla="*/ 1600364 h 1600364"/>
              <a:gd name="connsiteX13" fmla="*/ 1823645 w 2988916"/>
              <a:gd name="connsiteY13" fmla="*/ 1600364 h 1600364"/>
              <a:gd name="connsiteX14" fmla="*/ 1275000 w 2988916"/>
              <a:gd name="connsiteY14" fmla="*/ 1600364 h 1600364"/>
              <a:gd name="connsiteX15" fmla="*/ 753786 w 2988916"/>
              <a:gd name="connsiteY15" fmla="*/ 1600364 h 1600364"/>
              <a:gd name="connsiteX16" fmla="*/ 122844 w 2988916"/>
              <a:gd name="connsiteY16" fmla="*/ 1600364 h 1600364"/>
              <a:gd name="connsiteX17" fmla="*/ 0 w 2988916"/>
              <a:gd name="connsiteY17" fmla="*/ 1477520 h 1600364"/>
              <a:gd name="connsiteX18" fmla="*/ 0 w 2988916"/>
              <a:gd name="connsiteY18" fmla="*/ 1066602 h 1600364"/>
              <a:gd name="connsiteX19" fmla="*/ 0 w 2988916"/>
              <a:gd name="connsiteY19" fmla="*/ 615043 h 1600364"/>
              <a:gd name="connsiteX20" fmla="*/ 0 w 2988916"/>
              <a:gd name="connsiteY20" fmla="*/ 122844 h 160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88916" h="1600364" extrusionOk="0">
                <a:moveTo>
                  <a:pt x="0" y="122844"/>
                </a:moveTo>
                <a:cubicBezTo>
                  <a:pt x="-477" y="53382"/>
                  <a:pt x="40745" y="-2547"/>
                  <a:pt x="122844" y="0"/>
                </a:cubicBezTo>
                <a:cubicBezTo>
                  <a:pt x="224566" y="-47372"/>
                  <a:pt x="410762" y="18190"/>
                  <a:pt x="589193" y="0"/>
                </a:cubicBezTo>
                <a:cubicBezTo>
                  <a:pt x="767624" y="-18190"/>
                  <a:pt x="898421" y="36101"/>
                  <a:pt x="1055542" y="0"/>
                </a:cubicBezTo>
                <a:cubicBezTo>
                  <a:pt x="1212663" y="-36101"/>
                  <a:pt x="1406728" y="5183"/>
                  <a:pt x="1549323" y="0"/>
                </a:cubicBezTo>
                <a:cubicBezTo>
                  <a:pt x="1691918" y="-5183"/>
                  <a:pt x="1926445" y="60438"/>
                  <a:pt x="2097968" y="0"/>
                </a:cubicBezTo>
                <a:cubicBezTo>
                  <a:pt x="2269491" y="-60438"/>
                  <a:pt x="2547030" y="64009"/>
                  <a:pt x="2866072" y="0"/>
                </a:cubicBezTo>
                <a:cubicBezTo>
                  <a:pt x="2924671" y="-294"/>
                  <a:pt x="2986414" y="73546"/>
                  <a:pt x="2988916" y="122844"/>
                </a:cubicBezTo>
                <a:cubicBezTo>
                  <a:pt x="3022555" y="315826"/>
                  <a:pt x="2962959" y="433489"/>
                  <a:pt x="2988916" y="533762"/>
                </a:cubicBezTo>
                <a:cubicBezTo>
                  <a:pt x="3014873" y="634035"/>
                  <a:pt x="2975953" y="845066"/>
                  <a:pt x="2988916" y="998868"/>
                </a:cubicBezTo>
                <a:cubicBezTo>
                  <a:pt x="3001879" y="1152670"/>
                  <a:pt x="2971651" y="1261551"/>
                  <a:pt x="2988916" y="1477520"/>
                </a:cubicBezTo>
                <a:cubicBezTo>
                  <a:pt x="2990983" y="1533432"/>
                  <a:pt x="2930416" y="1593407"/>
                  <a:pt x="2866072" y="1600364"/>
                </a:cubicBezTo>
                <a:cubicBezTo>
                  <a:pt x="2603614" y="1654143"/>
                  <a:pt x="2510582" y="1567129"/>
                  <a:pt x="2289994" y="1600364"/>
                </a:cubicBezTo>
                <a:cubicBezTo>
                  <a:pt x="2069406" y="1633599"/>
                  <a:pt x="2011637" y="1546691"/>
                  <a:pt x="1823645" y="1600364"/>
                </a:cubicBezTo>
                <a:cubicBezTo>
                  <a:pt x="1635653" y="1654037"/>
                  <a:pt x="1399652" y="1594528"/>
                  <a:pt x="1275000" y="1600364"/>
                </a:cubicBezTo>
                <a:cubicBezTo>
                  <a:pt x="1150348" y="1606200"/>
                  <a:pt x="930198" y="1554269"/>
                  <a:pt x="753786" y="1600364"/>
                </a:cubicBezTo>
                <a:cubicBezTo>
                  <a:pt x="577374" y="1646459"/>
                  <a:pt x="303840" y="1560495"/>
                  <a:pt x="122844" y="1600364"/>
                </a:cubicBezTo>
                <a:cubicBezTo>
                  <a:pt x="56509" y="1596405"/>
                  <a:pt x="-10110" y="1548411"/>
                  <a:pt x="0" y="1477520"/>
                </a:cubicBezTo>
                <a:cubicBezTo>
                  <a:pt x="-43660" y="1299770"/>
                  <a:pt x="4292" y="1227447"/>
                  <a:pt x="0" y="1066602"/>
                </a:cubicBezTo>
                <a:cubicBezTo>
                  <a:pt x="-4292" y="905757"/>
                  <a:pt x="52875" y="788420"/>
                  <a:pt x="0" y="615043"/>
                </a:cubicBezTo>
                <a:cubicBezTo>
                  <a:pt x="-52875" y="441666"/>
                  <a:pt x="28048" y="273708"/>
                  <a:pt x="0" y="122844"/>
                </a:cubicBezTo>
                <a:close/>
              </a:path>
            </a:pathLst>
          </a:custGeom>
          <a:noFill/>
          <a:ln w="571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700988">
                  <a:prstGeom prst="roundRect">
                    <a:avLst>
                      <a:gd name="adj" fmla="val 767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88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TPA and One-way FBS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FA990094-E39E-5BED-52CE-DACDB89B9E75}"/>
              </a:ext>
            </a:extLst>
          </p:cNvPr>
          <p:cNvSpPr/>
          <p:nvPr/>
        </p:nvSpPr>
        <p:spPr>
          <a:xfrm>
            <a:off x="9047015" y="3564835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901BFF1-4790-CD13-3188-22F9EDC21AB8}"/>
              </a:ext>
            </a:extLst>
          </p:cNvPr>
          <p:cNvSpPr/>
          <p:nvPr/>
        </p:nvSpPr>
        <p:spPr>
          <a:xfrm rot="5400000">
            <a:off x="3425344" y="3192916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AEB736-B073-6899-B352-6C9A2F5CF038}"/>
              </a:ext>
            </a:extLst>
          </p:cNvPr>
          <p:cNvSpPr/>
          <p:nvPr/>
        </p:nvSpPr>
        <p:spPr>
          <a:xfrm rot="5400000">
            <a:off x="3812169" y="2618151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C7CFE-1DB9-7975-66A3-B89609CA1D1F}"/>
              </a:ext>
            </a:extLst>
          </p:cNvPr>
          <p:cNvSpPr txBox="1"/>
          <p:nvPr/>
        </p:nvSpPr>
        <p:spPr>
          <a:xfrm>
            <a:off x="4097279" y="3336254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B001E3F4-16E2-B2B7-9C10-E907C25FB9F2}"/>
              </a:ext>
            </a:extLst>
          </p:cNvPr>
          <p:cNvSpPr/>
          <p:nvPr/>
        </p:nvSpPr>
        <p:spPr>
          <a:xfrm rot="5400000">
            <a:off x="6175971" y="3304909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641BB4-625D-EA89-B71B-8788BBF4E74C}"/>
              </a:ext>
            </a:extLst>
          </p:cNvPr>
          <p:cNvSpPr/>
          <p:nvPr/>
        </p:nvSpPr>
        <p:spPr>
          <a:xfrm>
            <a:off x="7268961" y="2953216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C3EDAE12-0BCC-C890-404D-2DC72B84081F}"/>
              </a:ext>
            </a:extLst>
          </p:cNvPr>
          <p:cNvSpPr/>
          <p:nvPr/>
        </p:nvSpPr>
        <p:spPr>
          <a:xfrm rot="5400000">
            <a:off x="7697066" y="3304909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D84AB9-8445-E2DD-4EC1-82DCCCD12A9D}"/>
              </a:ext>
            </a:extLst>
          </p:cNvPr>
          <p:cNvSpPr txBox="1"/>
          <p:nvPr/>
        </p:nvSpPr>
        <p:spPr>
          <a:xfrm>
            <a:off x="7199451" y="3443980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1A5BE8D3-6A29-4E7F-405C-D839112BF9AD}"/>
              </a:ext>
            </a:extLst>
          </p:cNvPr>
          <p:cNvSpPr/>
          <p:nvPr/>
        </p:nvSpPr>
        <p:spPr>
          <a:xfrm rot="5400000">
            <a:off x="8728136" y="3304909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5D79E23-0561-9FAE-06F3-BBE212B22B88}"/>
              </a:ext>
            </a:extLst>
          </p:cNvPr>
          <p:cNvSpPr/>
          <p:nvPr/>
        </p:nvSpPr>
        <p:spPr>
          <a:xfrm>
            <a:off x="3620425" y="2328490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311B7D0-FCCC-C4F6-50C1-E6E90BB97873}"/>
              </a:ext>
            </a:extLst>
          </p:cNvPr>
          <p:cNvSpPr/>
          <p:nvPr/>
        </p:nvSpPr>
        <p:spPr>
          <a:xfrm rot="10800000">
            <a:off x="3620425" y="4400513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9C6B9B-6E5A-6EFC-62B7-1D56D496F3D1}"/>
              </a:ext>
            </a:extLst>
          </p:cNvPr>
          <p:cNvCxnSpPr>
            <a:cxnSpLocks/>
          </p:cNvCxnSpPr>
          <p:nvPr/>
        </p:nvCxnSpPr>
        <p:spPr>
          <a:xfrm>
            <a:off x="3620425" y="3597864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650B6A8-9161-EEAF-EC61-46F71AF383B7}"/>
              </a:ext>
            </a:extLst>
          </p:cNvPr>
          <p:cNvSpPr/>
          <p:nvPr/>
        </p:nvSpPr>
        <p:spPr>
          <a:xfrm>
            <a:off x="5484559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17F891-1CC4-80C5-112C-92EDF90DFF1B}"/>
              </a:ext>
            </a:extLst>
          </p:cNvPr>
          <p:cNvSpPr/>
          <p:nvPr/>
        </p:nvSpPr>
        <p:spPr>
          <a:xfrm>
            <a:off x="6584022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3AC67D-76FB-83C1-2515-3A92BD28F1A8}"/>
              </a:ext>
            </a:extLst>
          </p:cNvPr>
          <p:cNvCxnSpPr>
            <a:cxnSpLocks/>
          </p:cNvCxnSpPr>
          <p:nvPr/>
        </p:nvCxnSpPr>
        <p:spPr>
          <a:xfrm>
            <a:off x="5667439" y="3583897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1015FC-6EC7-8ADB-A76E-563D3E35466A}"/>
              </a:ext>
            </a:extLst>
          </p:cNvPr>
          <p:cNvCxnSpPr>
            <a:cxnSpLocks/>
          </p:cNvCxnSpPr>
          <p:nvPr/>
        </p:nvCxnSpPr>
        <p:spPr>
          <a:xfrm flipH="1">
            <a:off x="6207332" y="3583897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C031DB-FE22-5210-C634-352FDBB76BC8}"/>
              </a:ext>
            </a:extLst>
          </p:cNvPr>
          <p:cNvCxnSpPr>
            <a:cxnSpLocks/>
          </p:cNvCxnSpPr>
          <p:nvPr/>
        </p:nvCxnSpPr>
        <p:spPr>
          <a:xfrm>
            <a:off x="6033199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DEB5C9-AAAC-E90C-AE80-F7DB1F40DDE5}"/>
              </a:ext>
            </a:extLst>
          </p:cNvPr>
          <p:cNvCxnSpPr>
            <a:cxnSpLocks/>
          </p:cNvCxnSpPr>
          <p:nvPr/>
        </p:nvCxnSpPr>
        <p:spPr>
          <a:xfrm>
            <a:off x="6201930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3839FCBE-8840-EF5B-3693-DA23C3F92395}"/>
              </a:ext>
            </a:extLst>
          </p:cNvPr>
          <p:cNvSpPr/>
          <p:nvPr/>
        </p:nvSpPr>
        <p:spPr>
          <a:xfrm rot="5400000">
            <a:off x="6060374" y="3244483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0263ABD1-2925-B0D8-CF29-82EB9F845FC6}"/>
              </a:ext>
            </a:extLst>
          </p:cNvPr>
          <p:cNvSpPr/>
          <p:nvPr/>
        </p:nvSpPr>
        <p:spPr>
          <a:xfrm rot="16200000">
            <a:off x="6065815" y="3533594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2A9222-E801-BD5A-CF6A-6FE50C2A20B2}"/>
              </a:ext>
            </a:extLst>
          </p:cNvPr>
          <p:cNvSpPr txBox="1"/>
          <p:nvPr/>
        </p:nvSpPr>
        <p:spPr>
          <a:xfrm>
            <a:off x="7199451" y="3446843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F3971A-E7F4-1BD8-8D50-9905FBD51F1F}"/>
              </a:ext>
            </a:extLst>
          </p:cNvPr>
          <p:cNvSpPr txBox="1"/>
          <p:nvPr/>
        </p:nvSpPr>
        <p:spPr>
          <a:xfrm>
            <a:off x="5682169" y="2975062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D00DAFBD-1A91-5765-A760-AD27E63AA588}"/>
              </a:ext>
            </a:extLst>
          </p:cNvPr>
          <p:cNvSpPr/>
          <p:nvPr/>
        </p:nvSpPr>
        <p:spPr>
          <a:xfrm>
            <a:off x="3317387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41605E-AC45-6D8F-6A7E-F824F8DA3587}"/>
              </a:ext>
            </a:extLst>
          </p:cNvPr>
          <p:cNvSpPr/>
          <p:nvPr/>
        </p:nvSpPr>
        <p:spPr>
          <a:xfrm>
            <a:off x="8305070" y="3529033"/>
            <a:ext cx="109728" cy="109728"/>
          </a:xfrm>
          <a:prstGeom prst="ellipse">
            <a:avLst/>
          </a:prstGeom>
          <a:solidFill>
            <a:srgbClr val="EC8A00"/>
          </a:solidFill>
          <a:ln>
            <a:solidFill>
              <a:srgbClr val="B16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99A61A7F-EAFD-2ED8-7599-4925AF782EFC}"/>
              </a:ext>
            </a:extLst>
          </p:cNvPr>
          <p:cNvSpPr/>
          <p:nvPr/>
        </p:nvSpPr>
        <p:spPr>
          <a:xfrm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D7599985-1F45-7E5F-05DE-1C25E2A38085}"/>
              </a:ext>
            </a:extLst>
          </p:cNvPr>
          <p:cNvSpPr/>
          <p:nvPr/>
        </p:nvSpPr>
        <p:spPr>
          <a:xfrm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64D3F650-549A-E207-D781-3F8FFB4CE6FE}"/>
              </a:ext>
            </a:extLst>
          </p:cNvPr>
          <p:cNvSpPr/>
          <p:nvPr/>
        </p:nvSpPr>
        <p:spPr>
          <a:xfrm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3CF101C9-B08E-A951-D010-37553BAEC7CD}"/>
              </a:ext>
            </a:extLst>
          </p:cNvPr>
          <p:cNvSpPr/>
          <p:nvPr/>
        </p:nvSpPr>
        <p:spPr>
          <a:xfrm rot="10800000"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183CCDA-F6C2-A5F9-D655-994BE3313619}"/>
              </a:ext>
            </a:extLst>
          </p:cNvPr>
          <p:cNvSpPr/>
          <p:nvPr/>
        </p:nvSpPr>
        <p:spPr>
          <a:xfrm rot="10800000"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FDC3F5D9-7373-E165-FA0D-F5B0623DB5E6}"/>
              </a:ext>
            </a:extLst>
          </p:cNvPr>
          <p:cNvSpPr/>
          <p:nvPr/>
        </p:nvSpPr>
        <p:spPr>
          <a:xfrm rot="10800000"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F242C7-8D98-7AAA-6CFC-E67659E3781B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005722" y="3583897"/>
            <a:ext cx="311665" cy="0"/>
          </a:xfrm>
          <a:prstGeom prst="straightConnector1">
            <a:avLst/>
          </a:prstGeom>
          <a:ln w="38100">
            <a:solidFill>
              <a:srgbClr val="EC8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/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𝐸𝑥𝑐𝑖𝑡𝑎𝑡𝑖𝑜𝑛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blipFill>
                <a:blip r:embed="rId3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/>
              <p:nvPr/>
            </p:nvSpPr>
            <p:spPr>
              <a:xfrm>
                <a:off x="4186109" y="4900259"/>
                <a:ext cx="39535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𝐼𝑛𝑡𝑒𝑟𝑓𝑎𝑐𝑒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𝑐𝑜𝑚𝑝𝑜𝑛𝑒𝑛𝑡𝑠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𝐷𝑂𝐹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109" y="4900259"/>
                <a:ext cx="3953597" cy="338554"/>
              </a:xfrm>
              <a:prstGeom prst="rect">
                <a:avLst/>
              </a:prstGeom>
              <a:blipFill>
                <a:blip r:embed="rId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FFABB96-C2E7-2EBA-1E56-D8D9399C167D}"/>
              </a:ext>
            </a:extLst>
          </p:cNvPr>
          <p:cNvCxnSpPr>
            <a:stCxn id="47" idx="0"/>
          </p:cNvCxnSpPr>
          <p:nvPr/>
        </p:nvCxnSpPr>
        <p:spPr>
          <a:xfrm flipH="1" flipV="1">
            <a:off x="5682169" y="3751757"/>
            <a:ext cx="480739" cy="11485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718B34-B331-E320-8B6B-1F51C36BC86A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6162908" y="3721057"/>
            <a:ext cx="469206" cy="11792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/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𝑃𝑎𝑦𝑙𝑜𝑎𝑑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B20DA37-7363-C276-157A-DC6FD360B937}"/>
              </a:ext>
            </a:extLst>
          </p:cNvPr>
          <p:cNvCxnSpPr>
            <a:cxnSpLocks/>
          </p:cNvCxnSpPr>
          <p:nvPr/>
        </p:nvCxnSpPr>
        <p:spPr>
          <a:xfrm flipH="1" flipV="1">
            <a:off x="8485112" y="3826530"/>
            <a:ext cx="801501" cy="415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999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85CA89-649D-D9B0-74D1-3ACCD6533820}"/>
              </a:ext>
            </a:extLst>
          </p:cNvPr>
          <p:cNvSpPr/>
          <p:nvPr/>
        </p:nvSpPr>
        <p:spPr>
          <a:xfrm>
            <a:off x="3112316" y="1102861"/>
            <a:ext cx="5998128" cy="868552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001992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TPA and One-way FBS – Force Reconstruction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FA990094-E39E-5BED-52CE-DACDB89B9E75}"/>
              </a:ext>
            </a:extLst>
          </p:cNvPr>
          <p:cNvSpPr/>
          <p:nvPr/>
        </p:nvSpPr>
        <p:spPr>
          <a:xfrm>
            <a:off x="9047015" y="3564835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901BFF1-4790-CD13-3188-22F9EDC21AB8}"/>
              </a:ext>
            </a:extLst>
          </p:cNvPr>
          <p:cNvSpPr/>
          <p:nvPr/>
        </p:nvSpPr>
        <p:spPr>
          <a:xfrm rot="5400000">
            <a:off x="3425344" y="3192916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AEB736-B073-6899-B352-6C9A2F5CF038}"/>
              </a:ext>
            </a:extLst>
          </p:cNvPr>
          <p:cNvSpPr/>
          <p:nvPr/>
        </p:nvSpPr>
        <p:spPr>
          <a:xfrm rot="5400000">
            <a:off x="3812169" y="2618151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C7CFE-1DB9-7975-66A3-B89609CA1D1F}"/>
              </a:ext>
            </a:extLst>
          </p:cNvPr>
          <p:cNvSpPr txBox="1"/>
          <p:nvPr/>
        </p:nvSpPr>
        <p:spPr>
          <a:xfrm>
            <a:off x="4097279" y="3336254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B001E3F4-16E2-B2B7-9C10-E907C25FB9F2}"/>
              </a:ext>
            </a:extLst>
          </p:cNvPr>
          <p:cNvSpPr/>
          <p:nvPr/>
        </p:nvSpPr>
        <p:spPr>
          <a:xfrm rot="5400000">
            <a:off x="6175971" y="3304909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641BB4-625D-EA89-B71B-8788BBF4E74C}"/>
              </a:ext>
            </a:extLst>
          </p:cNvPr>
          <p:cNvSpPr/>
          <p:nvPr/>
        </p:nvSpPr>
        <p:spPr>
          <a:xfrm>
            <a:off x="7268961" y="2953216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C3EDAE12-0BCC-C890-404D-2DC72B84081F}"/>
              </a:ext>
            </a:extLst>
          </p:cNvPr>
          <p:cNvSpPr/>
          <p:nvPr/>
        </p:nvSpPr>
        <p:spPr>
          <a:xfrm rot="5400000">
            <a:off x="7697066" y="3304909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D84AB9-8445-E2DD-4EC1-82DCCCD12A9D}"/>
              </a:ext>
            </a:extLst>
          </p:cNvPr>
          <p:cNvSpPr txBox="1"/>
          <p:nvPr/>
        </p:nvSpPr>
        <p:spPr>
          <a:xfrm>
            <a:off x="7199451" y="3443980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1A5BE8D3-6A29-4E7F-405C-D839112BF9AD}"/>
              </a:ext>
            </a:extLst>
          </p:cNvPr>
          <p:cNvSpPr/>
          <p:nvPr/>
        </p:nvSpPr>
        <p:spPr>
          <a:xfrm rot="5400000">
            <a:off x="8728136" y="3304909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5D79E23-0561-9FAE-06F3-BBE212B22B88}"/>
              </a:ext>
            </a:extLst>
          </p:cNvPr>
          <p:cNvSpPr/>
          <p:nvPr/>
        </p:nvSpPr>
        <p:spPr>
          <a:xfrm>
            <a:off x="3620425" y="2328490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311B7D0-FCCC-C4F6-50C1-E6E90BB97873}"/>
              </a:ext>
            </a:extLst>
          </p:cNvPr>
          <p:cNvSpPr/>
          <p:nvPr/>
        </p:nvSpPr>
        <p:spPr>
          <a:xfrm rot="10800000">
            <a:off x="3620425" y="4400513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9C6B9B-6E5A-6EFC-62B7-1D56D496F3D1}"/>
              </a:ext>
            </a:extLst>
          </p:cNvPr>
          <p:cNvCxnSpPr>
            <a:cxnSpLocks/>
          </p:cNvCxnSpPr>
          <p:nvPr/>
        </p:nvCxnSpPr>
        <p:spPr>
          <a:xfrm>
            <a:off x="3620425" y="3597864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650B6A8-9161-EEAF-EC61-46F71AF383B7}"/>
              </a:ext>
            </a:extLst>
          </p:cNvPr>
          <p:cNvSpPr/>
          <p:nvPr/>
        </p:nvSpPr>
        <p:spPr>
          <a:xfrm>
            <a:off x="5484559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17F891-1CC4-80C5-112C-92EDF90DFF1B}"/>
              </a:ext>
            </a:extLst>
          </p:cNvPr>
          <p:cNvSpPr/>
          <p:nvPr/>
        </p:nvSpPr>
        <p:spPr>
          <a:xfrm>
            <a:off x="6584022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3AC67D-76FB-83C1-2515-3A92BD28F1A8}"/>
              </a:ext>
            </a:extLst>
          </p:cNvPr>
          <p:cNvCxnSpPr>
            <a:cxnSpLocks/>
          </p:cNvCxnSpPr>
          <p:nvPr/>
        </p:nvCxnSpPr>
        <p:spPr>
          <a:xfrm>
            <a:off x="5667439" y="3583897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1015FC-6EC7-8ADB-A76E-563D3E35466A}"/>
              </a:ext>
            </a:extLst>
          </p:cNvPr>
          <p:cNvCxnSpPr>
            <a:cxnSpLocks/>
          </p:cNvCxnSpPr>
          <p:nvPr/>
        </p:nvCxnSpPr>
        <p:spPr>
          <a:xfrm flipH="1">
            <a:off x="6207332" y="3583897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C031DB-FE22-5210-C634-352FDBB76BC8}"/>
              </a:ext>
            </a:extLst>
          </p:cNvPr>
          <p:cNvCxnSpPr>
            <a:cxnSpLocks/>
          </p:cNvCxnSpPr>
          <p:nvPr/>
        </p:nvCxnSpPr>
        <p:spPr>
          <a:xfrm>
            <a:off x="6033199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DEB5C9-AAAC-E90C-AE80-F7DB1F40DDE5}"/>
              </a:ext>
            </a:extLst>
          </p:cNvPr>
          <p:cNvCxnSpPr>
            <a:cxnSpLocks/>
          </p:cNvCxnSpPr>
          <p:nvPr/>
        </p:nvCxnSpPr>
        <p:spPr>
          <a:xfrm>
            <a:off x="6201930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3839FCBE-8840-EF5B-3693-DA23C3F92395}"/>
              </a:ext>
            </a:extLst>
          </p:cNvPr>
          <p:cNvSpPr/>
          <p:nvPr/>
        </p:nvSpPr>
        <p:spPr>
          <a:xfrm rot="5400000">
            <a:off x="6060374" y="3244483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0263ABD1-2925-B0D8-CF29-82EB9F845FC6}"/>
              </a:ext>
            </a:extLst>
          </p:cNvPr>
          <p:cNvSpPr/>
          <p:nvPr/>
        </p:nvSpPr>
        <p:spPr>
          <a:xfrm rot="16200000">
            <a:off x="6065815" y="3533594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2A9222-E801-BD5A-CF6A-6FE50C2A20B2}"/>
              </a:ext>
            </a:extLst>
          </p:cNvPr>
          <p:cNvSpPr txBox="1"/>
          <p:nvPr/>
        </p:nvSpPr>
        <p:spPr>
          <a:xfrm>
            <a:off x="7199451" y="3446843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F3971A-E7F4-1BD8-8D50-9905FBD51F1F}"/>
              </a:ext>
            </a:extLst>
          </p:cNvPr>
          <p:cNvSpPr txBox="1"/>
          <p:nvPr/>
        </p:nvSpPr>
        <p:spPr>
          <a:xfrm>
            <a:off x="5682169" y="2975062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D00DAFBD-1A91-5765-A760-AD27E63AA588}"/>
              </a:ext>
            </a:extLst>
          </p:cNvPr>
          <p:cNvSpPr/>
          <p:nvPr/>
        </p:nvSpPr>
        <p:spPr>
          <a:xfrm>
            <a:off x="3317387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41605E-AC45-6D8F-6A7E-F824F8DA3587}"/>
              </a:ext>
            </a:extLst>
          </p:cNvPr>
          <p:cNvSpPr/>
          <p:nvPr/>
        </p:nvSpPr>
        <p:spPr>
          <a:xfrm>
            <a:off x="8305070" y="3529033"/>
            <a:ext cx="109728" cy="109728"/>
          </a:xfrm>
          <a:prstGeom prst="ellipse">
            <a:avLst/>
          </a:prstGeom>
          <a:solidFill>
            <a:srgbClr val="EC8A00"/>
          </a:solidFill>
          <a:ln>
            <a:solidFill>
              <a:srgbClr val="B16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99A61A7F-EAFD-2ED8-7599-4925AF782EFC}"/>
              </a:ext>
            </a:extLst>
          </p:cNvPr>
          <p:cNvSpPr/>
          <p:nvPr/>
        </p:nvSpPr>
        <p:spPr>
          <a:xfrm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D7599985-1F45-7E5F-05DE-1C25E2A38085}"/>
              </a:ext>
            </a:extLst>
          </p:cNvPr>
          <p:cNvSpPr/>
          <p:nvPr/>
        </p:nvSpPr>
        <p:spPr>
          <a:xfrm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64D3F650-549A-E207-D781-3F8FFB4CE6FE}"/>
              </a:ext>
            </a:extLst>
          </p:cNvPr>
          <p:cNvSpPr/>
          <p:nvPr/>
        </p:nvSpPr>
        <p:spPr>
          <a:xfrm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3CF101C9-B08E-A951-D010-37553BAEC7CD}"/>
              </a:ext>
            </a:extLst>
          </p:cNvPr>
          <p:cNvSpPr/>
          <p:nvPr/>
        </p:nvSpPr>
        <p:spPr>
          <a:xfrm rot="10800000"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183CCDA-F6C2-A5F9-D655-994BE3313619}"/>
              </a:ext>
            </a:extLst>
          </p:cNvPr>
          <p:cNvSpPr/>
          <p:nvPr/>
        </p:nvSpPr>
        <p:spPr>
          <a:xfrm rot="10800000"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FDC3F5D9-7373-E165-FA0D-F5B0623DB5E6}"/>
              </a:ext>
            </a:extLst>
          </p:cNvPr>
          <p:cNvSpPr/>
          <p:nvPr/>
        </p:nvSpPr>
        <p:spPr>
          <a:xfrm rot="10800000"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F242C7-8D98-7AAA-6CFC-E67659E3781B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005722" y="3583897"/>
            <a:ext cx="311665" cy="0"/>
          </a:xfrm>
          <a:prstGeom prst="straightConnector1">
            <a:avLst/>
          </a:prstGeom>
          <a:ln w="38100">
            <a:solidFill>
              <a:srgbClr val="EC8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/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𝐸𝑥𝑐𝑖𝑡𝑎𝑡𝑖𝑜𝑛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blipFill>
                <a:blip r:embed="rId3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/>
              <p:nvPr/>
            </p:nvSpPr>
            <p:spPr>
              <a:xfrm>
                <a:off x="4186109" y="4900259"/>
                <a:ext cx="39535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𝐼𝑛𝑡𝑒𝑟𝑓𝑎𝑐𝑒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𝑐𝑜𝑚𝑝𝑜𝑛𝑒𝑛𝑡𝑠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𝐷𝑂𝐹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109" y="4900259"/>
                <a:ext cx="3953597" cy="338554"/>
              </a:xfrm>
              <a:prstGeom prst="rect">
                <a:avLst/>
              </a:prstGeom>
              <a:blipFill>
                <a:blip r:embed="rId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FFABB96-C2E7-2EBA-1E56-D8D9399C167D}"/>
              </a:ext>
            </a:extLst>
          </p:cNvPr>
          <p:cNvCxnSpPr>
            <a:stCxn id="47" idx="0"/>
          </p:cNvCxnSpPr>
          <p:nvPr/>
        </p:nvCxnSpPr>
        <p:spPr>
          <a:xfrm flipH="1" flipV="1">
            <a:off x="5682169" y="3751757"/>
            <a:ext cx="480739" cy="11485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718B34-B331-E320-8B6B-1F51C36BC86A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6162908" y="3721057"/>
            <a:ext cx="469206" cy="11792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/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𝑃𝑎𝑦𝑙𝑜𝑎𝑑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B20DA37-7363-C276-157A-DC6FD360B937}"/>
              </a:ext>
            </a:extLst>
          </p:cNvPr>
          <p:cNvCxnSpPr>
            <a:cxnSpLocks/>
          </p:cNvCxnSpPr>
          <p:nvPr/>
        </p:nvCxnSpPr>
        <p:spPr>
          <a:xfrm flipH="1" flipV="1">
            <a:off x="8485112" y="3826530"/>
            <a:ext cx="801501" cy="415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286798-E510-D101-8460-AA514C0C50BD}"/>
              </a:ext>
            </a:extLst>
          </p:cNvPr>
          <p:cNvSpPr/>
          <p:nvPr/>
        </p:nvSpPr>
        <p:spPr>
          <a:xfrm>
            <a:off x="9110444" y="1102861"/>
            <a:ext cx="1451295" cy="86855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1">
            <a:extLst>
              <a:ext uri="{FF2B5EF4-FFF2-40B4-BE49-F238E27FC236}">
                <a16:creationId xmlns:a16="http://schemas.microsoft.com/office/drawing/2014/main" id="{4457AA16-78E5-4C84-87A5-4388C99548CA}"/>
              </a:ext>
            </a:extLst>
          </p:cNvPr>
          <p:cNvSpPr/>
          <p:nvPr/>
        </p:nvSpPr>
        <p:spPr>
          <a:xfrm>
            <a:off x="2252692" y="5796058"/>
            <a:ext cx="7686617" cy="5262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Estimate the actual forces acting on the rocket</a:t>
            </a:r>
          </a:p>
        </p:txBody>
      </p:sp>
    </p:spTree>
    <p:extLst>
      <p:ext uri="{BB962C8B-B14F-4D97-AF65-F5344CB8AC3E}">
        <p14:creationId xmlns:p14="http://schemas.microsoft.com/office/powerpoint/2010/main" val="31568246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85CA89-649D-D9B0-74D1-3ACCD6533820}"/>
              </a:ext>
            </a:extLst>
          </p:cNvPr>
          <p:cNvSpPr/>
          <p:nvPr/>
        </p:nvSpPr>
        <p:spPr>
          <a:xfrm>
            <a:off x="3112316" y="1102861"/>
            <a:ext cx="1149051" cy="868552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001992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TPA and One-way FBS – Classical TPA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FA990094-E39E-5BED-52CE-DACDB89B9E75}"/>
              </a:ext>
            </a:extLst>
          </p:cNvPr>
          <p:cNvSpPr/>
          <p:nvPr/>
        </p:nvSpPr>
        <p:spPr>
          <a:xfrm>
            <a:off x="9047015" y="3564835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901BFF1-4790-CD13-3188-22F9EDC21AB8}"/>
              </a:ext>
            </a:extLst>
          </p:cNvPr>
          <p:cNvSpPr/>
          <p:nvPr/>
        </p:nvSpPr>
        <p:spPr>
          <a:xfrm rot="5400000">
            <a:off x="3425344" y="3192916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AEB736-B073-6899-B352-6C9A2F5CF038}"/>
              </a:ext>
            </a:extLst>
          </p:cNvPr>
          <p:cNvSpPr/>
          <p:nvPr/>
        </p:nvSpPr>
        <p:spPr>
          <a:xfrm rot="5400000">
            <a:off x="3812169" y="2618151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C7CFE-1DB9-7975-66A3-B89609CA1D1F}"/>
              </a:ext>
            </a:extLst>
          </p:cNvPr>
          <p:cNvSpPr txBox="1"/>
          <p:nvPr/>
        </p:nvSpPr>
        <p:spPr>
          <a:xfrm>
            <a:off x="4097279" y="3336254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B001E3F4-16E2-B2B7-9C10-E907C25FB9F2}"/>
              </a:ext>
            </a:extLst>
          </p:cNvPr>
          <p:cNvSpPr/>
          <p:nvPr/>
        </p:nvSpPr>
        <p:spPr>
          <a:xfrm rot="5400000">
            <a:off x="6175971" y="3304909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641BB4-625D-EA89-B71B-8788BBF4E74C}"/>
              </a:ext>
            </a:extLst>
          </p:cNvPr>
          <p:cNvSpPr/>
          <p:nvPr/>
        </p:nvSpPr>
        <p:spPr>
          <a:xfrm>
            <a:off x="7268961" y="2953216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C3EDAE12-0BCC-C890-404D-2DC72B84081F}"/>
              </a:ext>
            </a:extLst>
          </p:cNvPr>
          <p:cNvSpPr/>
          <p:nvPr/>
        </p:nvSpPr>
        <p:spPr>
          <a:xfrm rot="5400000">
            <a:off x="7697066" y="3304909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D84AB9-8445-E2DD-4EC1-82DCCCD12A9D}"/>
              </a:ext>
            </a:extLst>
          </p:cNvPr>
          <p:cNvSpPr txBox="1"/>
          <p:nvPr/>
        </p:nvSpPr>
        <p:spPr>
          <a:xfrm>
            <a:off x="7199451" y="3443980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1A5BE8D3-6A29-4E7F-405C-D839112BF9AD}"/>
              </a:ext>
            </a:extLst>
          </p:cNvPr>
          <p:cNvSpPr/>
          <p:nvPr/>
        </p:nvSpPr>
        <p:spPr>
          <a:xfrm rot="5400000">
            <a:off x="8728136" y="3304909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5D79E23-0561-9FAE-06F3-BBE212B22B88}"/>
              </a:ext>
            </a:extLst>
          </p:cNvPr>
          <p:cNvSpPr/>
          <p:nvPr/>
        </p:nvSpPr>
        <p:spPr>
          <a:xfrm>
            <a:off x="3620425" y="2328490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311B7D0-FCCC-C4F6-50C1-E6E90BB97873}"/>
              </a:ext>
            </a:extLst>
          </p:cNvPr>
          <p:cNvSpPr/>
          <p:nvPr/>
        </p:nvSpPr>
        <p:spPr>
          <a:xfrm rot="10800000">
            <a:off x="3620425" y="4400513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9C6B9B-6E5A-6EFC-62B7-1D56D496F3D1}"/>
              </a:ext>
            </a:extLst>
          </p:cNvPr>
          <p:cNvCxnSpPr>
            <a:cxnSpLocks/>
          </p:cNvCxnSpPr>
          <p:nvPr/>
        </p:nvCxnSpPr>
        <p:spPr>
          <a:xfrm>
            <a:off x="3620425" y="3597864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650B6A8-9161-EEAF-EC61-46F71AF383B7}"/>
              </a:ext>
            </a:extLst>
          </p:cNvPr>
          <p:cNvSpPr/>
          <p:nvPr/>
        </p:nvSpPr>
        <p:spPr>
          <a:xfrm>
            <a:off x="5484559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17F891-1CC4-80C5-112C-92EDF90DFF1B}"/>
              </a:ext>
            </a:extLst>
          </p:cNvPr>
          <p:cNvSpPr/>
          <p:nvPr/>
        </p:nvSpPr>
        <p:spPr>
          <a:xfrm>
            <a:off x="6584022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3AC67D-76FB-83C1-2515-3A92BD28F1A8}"/>
              </a:ext>
            </a:extLst>
          </p:cNvPr>
          <p:cNvCxnSpPr>
            <a:cxnSpLocks/>
          </p:cNvCxnSpPr>
          <p:nvPr/>
        </p:nvCxnSpPr>
        <p:spPr>
          <a:xfrm>
            <a:off x="5667439" y="3583897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1015FC-6EC7-8ADB-A76E-563D3E35466A}"/>
              </a:ext>
            </a:extLst>
          </p:cNvPr>
          <p:cNvCxnSpPr>
            <a:cxnSpLocks/>
          </p:cNvCxnSpPr>
          <p:nvPr/>
        </p:nvCxnSpPr>
        <p:spPr>
          <a:xfrm flipH="1">
            <a:off x="6207332" y="3583897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C031DB-FE22-5210-C634-352FDBB76BC8}"/>
              </a:ext>
            </a:extLst>
          </p:cNvPr>
          <p:cNvCxnSpPr>
            <a:cxnSpLocks/>
          </p:cNvCxnSpPr>
          <p:nvPr/>
        </p:nvCxnSpPr>
        <p:spPr>
          <a:xfrm>
            <a:off x="6033199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DEB5C9-AAAC-E90C-AE80-F7DB1F40DDE5}"/>
              </a:ext>
            </a:extLst>
          </p:cNvPr>
          <p:cNvCxnSpPr>
            <a:cxnSpLocks/>
          </p:cNvCxnSpPr>
          <p:nvPr/>
        </p:nvCxnSpPr>
        <p:spPr>
          <a:xfrm>
            <a:off x="6201930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3839FCBE-8840-EF5B-3693-DA23C3F92395}"/>
              </a:ext>
            </a:extLst>
          </p:cNvPr>
          <p:cNvSpPr/>
          <p:nvPr/>
        </p:nvSpPr>
        <p:spPr>
          <a:xfrm rot="5400000">
            <a:off x="6060374" y="3244483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0263ABD1-2925-B0D8-CF29-82EB9F845FC6}"/>
              </a:ext>
            </a:extLst>
          </p:cNvPr>
          <p:cNvSpPr/>
          <p:nvPr/>
        </p:nvSpPr>
        <p:spPr>
          <a:xfrm rot="16200000">
            <a:off x="6065815" y="3533594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2A9222-E801-BD5A-CF6A-6FE50C2A20B2}"/>
              </a:ext>
            </a:extLst>
          </p:cNvPr>
          <p:cNvSpPr txBox="1"/>
          <p:nvPr/>
        </p:nvSpPr>
        <p:spPr>
          <a:xfrm>
            <a:off x="7199451" y="3446843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F3971A-E7F4-1BD8-8D50-9905FBD51F1F}"/>
              </a:ext>
            </a:extLst>
          </p:cNvPr>
          <p:cNvSpPr txBox="1"/>
          <p:nvPr/>
        </p:nvSpPr>
        <p:spPr>
          <a:xfrm>
            <a:off x="5682169" y="2975062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D00DAFBD-1A91-5765-A760-AD27E63AA588}"/>
              </a:ext>
            </a:extLst>
          </p:cNvPr>
          <p:cNvSpPr/>
          <p:nvPr/>
        </p:nvSpPr>
        <p:spPr>
          <a:xfrm>
            <a:off x="3317387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41605E-AC45-6D8F-6A7E-F824F8DA3587}"/>
              </a:ext>
            </a:extLst>
          </p:cNvPr>
          <p:cNvSpPr/>
          <p:nvPr/>
        </p:nvSpPr>
        <p:spPr>
          <a:xfrm>
            <a:off x="8305070" y="3529033"/>
            <a:ext cx="109728" cy="109728"/>
          </a:xfrm>
          <a:prstGeom prst="ellipse">
            <a:avLst/>
          </a:prstGeom>
          <a:solidFill>
            <a:srgbClr val="EC8A00"/>
          </a:solidFill>
          <a:ln>
            <a:solidFill>
              <a:srgbClr val="B16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99A61A7F-EAFD-2ED8-7599-4925AF782EFC}"/>
              </a:ext>
            </a:extLst>
          </p:cNvPr>
          <p:cNvSpPr/>
          <p:nvPr/>
        </p:nvSpPr>
        <p:spPr>
          <a:xfrm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D7599985-1F45-7E5F-05DE-1C25E2A38085}"/>
              </a:ext>
            </a:extLst>
          </p:cNvPr>
          <p:cNvSpPr/>
          <p:nvPr/>
        </p:nvSpPr>
        <p:spPr>
          <a:xfrm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64D3F650-549A-E207-D781-3F8FFB4CE6FE}"/>
              </a:ext>
            </a:extLst>
          </p:cNvPr>
          <p:cNvSpPr/>
          <p:nvPr/>
        </p:nvSpPr>
        <p:spPr>
          <a:xfrm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3CF101C9-B08E-A951-D010-37553BAEC7CD}"/>
              </a:ext>
            </a:extLst>
          </p:cNvPr>
          <p:cNvSpPr/>
          <p:nvPr/>
        </p:nvSpPr>
        <p:spPr>
          <a:xfrm rot="10800000"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183CCDA-F6C2-A5F9-D655-994BE3313619}"/>
              </a:ext>
            </a:extLst>
          </p:cNvPr>
          <p:cNvSpPr/>
          <p:nvPr/>
        </p:nvSpPr>
        <p:spPr>
          <a:xfrm rot="10800000"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FDC3F5D9-7373-E165-FA0D-F5B0623DB5E6}"/>
              </a:ext>
            </a:extLst>
          </p:cNvPr>
          <p:cNvSpPr/>
          <p:nvPr/>
        </p:nvSpPr>
        <p:spPr>
          <a:xfrm rot="10800000"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F242C7-8D98-7AAA-6CFC-E67659E3781B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005722" y="3583897"/>
            <a:ext cx="311665" cy="0"/>
          </a:xfrm>
          <a:prstGeom prst="straightConnector1">
            <a:avLst/>
          </a:prstGeom>
          <a:ln w="38100">
            <a:solidFill>
              <a:srgbClr val="EC8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/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𝐸𝑥𝑐𝑖𝑡𝑎𝑡𝑖𝑜𝑛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blipFill>
                <a:blip r:embed="rId3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/>
              <p:nvPr/>
            </p:nvSpPr>
            <p:spPr>
              <a:xfrm>
                <a:off x="4186109" y="4900259"/>
                <a:ext cx="39535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𝐼𝑛𝑡𝑒𝑟𝑓𝑎𝑐𝑒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𝑐𝑜𝑚𝑝𝑜𝑛𝑒𝑛𝑡𝑠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𝐷𝑂𝐹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109" y="4900259"/>
                <a:ext cx="3953597" cy="338554"/>
              </a:xfrm>
              <a:prstGeom prst="rect">
                <a:avLst/>
              </a:prstGeom>
              <a:blipFill>
                <a:blip r:embed="rId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FFABB96-C2E7-2EBA-1E56-D8D9399C167D}"/>
              </a:ext>
            </a:extLst>
          </p:cNvPr>
          <p:cNvCxnSpPr>
            <a:stCxn id="47" idx="0"/>
          </p:cNvCxnSpPr>
          <p:nvPr/>
        </p:nvCxnSpPr>
        <p:spPr>
          <a:xfrm flipH="1" flipV="1">
            <a:off x="5682169" y="3751757"/>
            <a:ext cx="480739" cy="11485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718B34-B331-E320-8B6B-1F51C36BC86A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6162908" y="3721057"/>
            <a:ext cx="469206" cy="11792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/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𝑃𝑎𝑦𝑙𝑜𝑎𝑑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B20DA37-7363-C276-157A-DC6FD360B937}"/>
              </a:ext>
            </a:extLst>
          </p:cNvPr>
          <p:cNvCxnSpPr>
            <a:cxnSpLocks/>
          </p:cNvCxnSpPr>
          <p:nvPr/>
        </p:nvCxnSpPr>
        <p:spPr>
          <a:xfrm flipH="1" flipV="1">
            <a:off x="8485112" y="3826530"/>
            <a:ext cx="801501" cy="415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286798-E510-D101-8460-AA514C0C50BD}"/>
              </a:ext>
            </a:extLst>
          </p:cNvPr>
          <p:cNvSpPr/>
          <p:nvPr/>
        </p:nvSpPr>
        <p:spPr>
          <a:xfrm>
            <a:off x="4261368" y="1102861"/>
            <a:ext cx="6300372" cy="86855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51">
            <a:extLst>
              <a:ext uri="{FF2B5EF4-FFF2-40B4-BE49-F238E27FC236}">
                <a16:creationId xmlns:a16="http://schemas.microsoft.com/office/drawing/2014/main" id="{E01BE4B1-DAB6-3586-08EF-66DEC9099084}"/>
              </a:ext>
            </a:extLst>
          </p:cNvPr>
          <p:cNvSpPr/>
          <p:nvPr/>
        </p:nvSpPr>
        <p:spPr>
          <a:xfrm>
            <a:off x="2252692" y="5762502"/>
            <a:ext cx="7686617" cy="5262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Estimate the coupling force that is acting on the payload</a:t>
            </a:r>
          </a:p>
        </p:txBody>
      </p:sp>
    </p:spTree>
    <p:extLst>
      <p:ext uri="{BB962C8B-B14F-4D97-AF65-F5344CB8AC3E}">
        <p14:creationId xmlns:p14="http://schemas.microsoft.com/office/powerpoint/2010/main" val="922260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85CA89-649D-D9B0-74D1-3ACCD6533820}"/>
              </a:ext>
            </a:extLst>
          </p:cNvPr>
          <p:cNvSpPr/>
          <p:nvPr/>
        </p:nvSpPr>
        <p:spPr>
          <a:xfrm>
            <a:off x="3112316" y="1102861"/>
            <a:ext cx="1149051" cy="868552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001992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TPA and One-way FBS – Classical TPA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FA990094-E39E-5BED-52CE-DACDB89B9E75}"/>
              </a:ext>
            </a:extLst>
          </p:cNvPr>
          <p:cNvSpPr/>
          <p:nvPr/>
        </p:nvSpPr>
        <p:spPr>
          <a:xfrm>
            <a:off x="8241671" y="4160454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B001E3F4-16E2-B2B7-9C10-E907C25FB9F2}"/>
              </a:ext>
            </a:extLst>
          </p:cNvPr>
          <p:cNvSpPr/>
          <p:nvPr/>
        </p:nvSpPr>
        <p:spPr>
          <a:xfrm rot="5400000">
            <a:off x="5370627" y="3900528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641BB4-625D-EA89-B71B-8788BBF4E74C}"/>
              </a:ext>
            </a:extLst>
          </p:cNvPr>
          <p:cNvSpPr/>
          <p:nvPr/>
        </p:nvSpPr>
        <p:spPr>
          <a:xfrm>
            <a:off x="6463617" y="3548835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C3EDAE12-0BCC-C890-404D-2DC72B84081F}"/>
              </a:ext>
            </a:extLst>
          </p:cNvPr>
          <p:cNvSpPr/>
          <p:nvPr/>
        </p:nvSpPr>
        <p:spPr>
          <a:xfrm rot="5400000">
            <a:off x="6891722" y="3900528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D84AB9-8445-E2DD-4EC1-82DCCCD12A9D}"/>
              </a:ext>
            </a:extLst>
          </p:cNvPr>
          <p:cNvSpPr txBox="1"/>
          <p:nvPr/>
        </p:nvSpPr>
        <p:spPr>
          <a:xfrm>
            <a:off x="6394107" y="4039599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1A5BE8D3-6A29-4E7F-405C-D839112BF9AD}"/>
              </a:ext>
            </a:extLst>
          </p:cNvPr>
          <p:cNvSpPr/>
          <p:nvPr/>
        </p:nvSpPr>
        <p:spPr>
          <a:xfrm rot="5400000">
            <a:off x="7922792" y="3900528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17F891-1CC4-80C5-112C-92EDF90DFF1B}"/>
              </a:ext>
            </a:extLst>
          </p:cNvPr>
          <p:cNvSpPr/>
          <p:nvPr/>
        </p:nvSpPr>
        <p:spPr>
          <a:xfrm>
            <a:off x="5778678" y="4086055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2A9222-E801-BD5A-CF6A-6FE50C2A20B2}"/>
              </a:ext>
            </a:extLst>
          </p:cNvPr>
          <p:cNvSpPr txBox="1"/>
          <p:nvPr/>
        </p:nvSpPr>
        <p:spPr>
          <a:xfrm>
            <a:off x="6394107" y="4042462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7141605E-AC45-6D8F-6A7E-F824F8DA3587}"/>
              </a:ext>
            </a:extLst>
          </p:cNvPr>
          <p:cNvSpPr/>
          <p:nvPr/>
        </p:nvSpPr>
        <p:spPr>
          <a:xfrm>
            <a:off x="7499726" y="4124652"/>
            <a:ext cx="109728" cy="109728"/>
          </a:xfrm>
          <a:prstGeom prst="ellipse">
            <a:avLst/>
          </a:prstGeom>
          <a:solidFill>
            <a:srgbClr val="EC8A00"/>
          </a:solidFill>
          <a:ln>
            <a:solidFill>
              <a:srgbClr val="B16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99A61A7F-EAFD-2ED8-7599-4925AF782EFC}"/>
              </a:ext>
            </a:extLst>
          </p:cNvPr>
          <p:cNvSpPr/>
          <p:nvPr/>
        </p:nvSpPr>
        <p:spPr>
          <a:xfrm>
            <a:off x="7461722" y="4088076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D7599985-1F45-7E5F-05DE-1C25E2A38085}"/>
              </a:ext>
            </a:extLst>
          </p:cNvPr>
          <p:cNvSpPr/>
          <p:nvPr/>
        </p:nvSpPr>
        <p:spPr>
          <a:xfrm>
            <a:off x="7417430" y="4042356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64D3F650-549A-E207-D781-3F8FFB4CE6FE}"/>
              </a:ext>
            </a:extLst>
          </p:cNvPr>
          <p:cNvSpPr/>
          <p:nvPr/>
        </p:nvSpPr>
        <p:spPr>
          <a:xfrm>
            <a:off x="7371710" y="3996636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3CF101C9-B08E-A951-D010-37553BAEC7CD}"/>
              </a:ext>
            </a:extLst>
          </p:cNvPr>
          <p:cNvSpPr/>
          <p:nvPr/>
        </p:nvSpPr>
        <p:spPr>
          <a:xfrm rot="10800000">
            <a:off x="7461722" y="4088076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183CCDA-F6C2-A5F9-D655-994BE3313619}"/>
              </a:ext>
            </a:extLst>
          </p:cNvPr>
          <p:cNvSpPr/>
          <p:nvPr/>
        </p:nvSpPr>
        <p:spPr>
          <a:xfrm rot="10800000">
            <a:off x="7417430" y="4042356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FDC3F5D9-7373-E165-FA0D-F5B0623DB5E6}"/>
              </a:ext>
            </a:extLst>
          </p:cNvPr>
          <p:cNvSpPr/>
          <p:nvPr/>
        </p:nvSpPr>
        <p:spPr>
          <a:xfrm rot="10800000">
            <a:off x="7371710" y="3996636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F242C7-8D98-7AAA-6CFC-E67659E3781B}"/>
              </a:ext>
            </a:extLst>
          </p:cNvPr>
          <p:cNvCxnSpPr>
            <a:cxnSpLocks/>
          </p:cNvCxnSpPr>
          <p:nvPr/>
        </p:nvCxnSpPr>
        <p:spPr>
          <a:xfrm>
            <a:off x="5467013" y="4170641"/>
            <a:ext cx="311665" cy="0"/>
          </a:xfrm>
          <a:prstGeom prst="straightConnector1">
            <a:avLst/>
          </a:prstGeom>
          <a:ln w="38100">
            <a:solidFill>
              <a:srgbClr val="EC8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/>
              <p:nvPr/>
            </p:nvSpPr>
            <p:spPr>
              <a:xfrm>
                <a:off x="3020036" y="3979416"/>
                <a:ext cx="2446975" cy="4213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𝐶𝑜𝑢𝑝𝑙𝑖𝑛𝑔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𝐹𝑜𝑟𝑐𝑒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𝑎𝑦𝑙𝑜𝑎𝑑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036" y="3979416"/>
                <a:ext cx="2446975" cy="421334"/>
              </a:xfrm>
              <a:prstGeom prst="rect">
                <a:avLst/>
              </a:prstGeom>
              <a:blipFill>
                <a:blip r:embed="rId3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/>
              <p:nvPr/>
            </p:nvSpPr>
            <p:spPr>
              <a:xfrm>
                <a:off x="7255433" y="4794231"/>
                <a:ext cx="3257101" cy="354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𝑃𝑎𝑦𝑙𝑜𝑎𝑑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433" y="4794231"/>
                <a:ext cx="3257101" cy="354777"/>
              </a:xfrm>
              <a:prstGeom prst="rect">
                <a:avLst/>
              </a:prstGeom>
              <a:blipFill>
                <a:blip r:embed="rId4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B20DA37-7363-C276-157A-DC6FD360B937}"/>
              </a:ext>
            </a:extLst>
          </p:cNvPr>
          <p:cNvCxnSpPr>
            <a:cxnSpLocks/>
          </p:cNvCxnSpPr>
          <p:nvPr/>
        </p:nvCxnSpPr>
        <p:spPr>
          <a:xfrm flipH="1" flipV="1">
            <a:off x="7679768" y="4422149"/>
            <a:ext cx="801501" cy="415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286798-E510-D101-8460-AA514C0C50BD}"/>
              </a:ext>
            </a:extLst>
          </p:cNvPr>
          <p:cNvSpPr/>
          <p:nvPr/>
        </p:nvSpPr>
        <p:spPr>
          <a:xfrm>
            <a:off x="4261368" y="1102861"/>
            <a:ext cx="6300372" cy="86855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4F9DF83-23C4-DD31-C698-881CF1FB8547}"/>
              </a:ext>
            </a:extLst>
          </p:cNvPr>
          <p:cNvSpPr/>
          <p:nvPr/>
        </p:nvSpPr>
        <p:spPr>
          <a:xfrm>
            <a:off x="5704514" y="2114026"/>
            <a:ext cx="391486" cy="4578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566FCF-DAB6-A2B9-0766-750A47A4F0D7}"/>
                  </a:ext>
                </a:extLst>
              </p:cNvPr>
              <p:cNvSpPr txBox="1"/>
              <p:nvPr/>
            </p:nvSpPr>
            <p:spPr>
              <a:xfrm>
                <a:off x="4083541" y="2679007"/>
                <a:ext cx="3633431" cy="4935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𝑎𝑦𝑙𝑜𝑎𝑑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566FCF-DAB6-A2B9-0766-750A47A4F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541" y="2679007"/>
                <a:ext cx="3633431" cy="4935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31BE1C-E161-A9E0-6DC9-5191BE526790}"/>
              </a:ext>
            </a:extLst>
          </p:cNvPr>
          <p:cNvSpPr/>
          <p:nvPr/>
        </p:nvSpPr>
        <p:spPr>
          <a:xfrm>
            <a:off x="5387032" y="2613837"/>
            <a:ext cx="1149051" cy="634237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5E70AB9-8733-E66C-EF5D-21201131B762}"/>
              </a:ext>
            </a:extLst>
          </p:cNvPr>
          <p:cNvSpPr/>
          <p:nvPr/>
        </p:nvSpPr>
        <p:spPr>
          <a:xfrm>
            <a:off x="6536084" y="2609265"/>
            <a:ext cx="1180888" cy="644917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51">
            <a:extLst>
              <a:ext uri="{FF2B5EF4-FFF2-40B4-BE49-F238E27FC236}">
                <a16:creationId xmlns:a16="http://schemas.microsoft.com/office/drawing/2014/main" id="{65E0BFF1-12EE-6236-7C80-4B80A98A7654}"/>
              </a:ext>
            </a:extLst>
          </p:cNvPr>
          <p:cNvSpPr/>
          <p:nvPr/>
        </p:nvSpPr>
        <p:spPr>
          <a:xfrm>
            <a:off x="2252692" y="5762502"/>
            <a:ext cx="7686617" cy="5262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Estimate the coupling force that is acting on the payload</a:t>
            </a:r>
          </a:p>
        </p:txBody>
      </p:sp>
    </p:spTree>
    <p:extLst>
      <p:ext uri="{BB962C8B-B14F-4D97-AF65-F5344CB8AC3E}">
        <p14:creationId xmlns:p14="http://schemas.microsoft.com/office/powerpoint/2010/main" val="2017207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85CA89-649D-D9B0-74D1-3ACCD6533820}"/>
              </a:ext>
            </a:extLst>
          </p:cNvPr>
          <p:cNvSpPr/>
          <p:nvPr/>
        </p:nvSpPr>
        <p:spPr>
          <a:xfrm>
            <a:off x="3112316" y="1102861"/>
            <a:ext cx="4588778" cy="868552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001992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TPA and One-way FBS – Component Based TPA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FA990094-E39E-5BED-52CE-DACDB89B9E75}"/>
              </a:ext>
            </a:extLst>
          </p:cNvPr>
          <p:cNvSpPr/>
          <p:nvPr/>
        </p:nvSpPr>
        <p:spPr>
          <a:xfrm>
            <a:off x="9047015" y="3564835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901BFF1-4790-CD13-3188-22F9EDC21AB8}"/>
              </a:ext>
            </a:extLst>
          </p:cNvPr>
          <p:cNvSpPr/>
          <p:nvPr/>
        </p:nvSpPr>
        <p:spPr>
          <a:xfrm rot="5400000">
            <a:off x="3425344" y="3192916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AEB736-B073-6899-B352-6C9A2F5CF038}"/>
              </a:ext>
            </a:extLst>
          </p:cNvPr>
          <p:cNvSpPr/>
          <p:nvPr/>
        </p:nvSpPr>
        <p:spPr>
          <a:xfrm rot="5400000">
            <a:off x="3812169" y="2618151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C7CFE-1DB9-7975-66A3-B89609CA1D1F}"/>
              </a:ext>
            </a:extLst>
          </p:cNvPr>
          <p:cNvSpPr txBox="1"/>
          <p:nvPr/>
        </p:nvSpPr>
        <p:spPr>
          <a:xfrm>
            <a:off x="4097279" y="3336254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B001E3F4-16E2-B2B7-9C10-E907C25FB9F2}"/>
              </a:ext>
            </a:extLst>
          </p:cNvPr>
          <p:cNvSpPr/>
          <p:nvPr/>
        </p:nvSpPr>
        <p:spPr>
          <a:xfrm rot="5400000">
            <a:off x="6175971" y="3304909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641BB4-625D-EA89-B71B-8788BBF4E74C}"/>
              </a:ext>
            </a:extLst>
          </p:cNvPr>
          <p:cNvSpPr/>
          <p:nvPr/>
        </p:nvSpPr>
        <p:spPr>
          <a:xfrm>
            <a:off x="7268961" y="2953216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C3EDAE12-0BCC-C890-404D-2DC72B84081F}"/>
              </a:ext>
            </a:extLst>
          </p:cNvPr>
          <p:cNvSpPr/>
          <p:nvPr/>
        </p:nvSpPr>
        <p:spPr>
          <a:xfrm rot="5400000">
            <a:off x="7697066" y="3304909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D84AB9-8445-E2DD-4EC1-82DCCCD12A9D}"/>
              </a:ext>
            </a:extLst>
          </p:cNvPr>
          <p:cNvSpPr txBox="1"/>
          <p:nvPr/>
        </p:nvSpPr>
        <p:spPr>
          <a:xfrm>
            <a:off x="7199451" y="3443980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1A5BE8D3-6A29-4E7F-405C-D839112BF9AD}"/>
              </a:ext>
            </a:extLst>
          </p:cNvPr>
          <p:cNvSpPr/>
          <p:nvPr/>
        </p:nvSpPr>
        <p:spPr>
          <a:xfrm rot="5400000">
            <a:off x="8728136" y="3304909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5D79E23-0561-9FAE-06F3-BBE212B22B88}"/>
              </a:ext>
            </a:extLst>
          </p:cNvPr>
          <p:cNvSpPr/>
          <p:nvPr/>
        </p:nvSpPr>
        <p:spPr>
          <a:xfrm>
            <a:off x="3620425" y="2328490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311B7D0-FCCC-C4F6-50C1-E6E90BB97873}"/>
              </a:ext>
            </a:extLst>
          </p:cNvPr>
          <p:cNvSpPr/>
          <p:nvPr/>
        </p:nvSpPr>
        <p:spPr>
          <a:xfrm rot="10800000">
            <a:off x="3620425" y="4400513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9C6B9B-6E5A-6EFC-62B7-1D56D496F3D1}"/>
              </a:ext>
            </a:extLst>
          </p:cNvPr>
          <p:cNvCxnSpPr>
            <a:cxnSpLocks/>
          </p:cNvCxnSpPr>
          <p:nvPr/>
        </p:nvCxnSpPr>
        <p:spPr>
          <a:xfrm>
            <a:off x="3620425" y="3597864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650B6A8-9161-EEAF-EC61-46F71AF383B7}"/>
              </a:ext>
            </a:extLst>
          </p:cNvPr>
          <p:cNvSpPr/>
          <p:nvPr/>
        </p:nvSpPr>
        <p:spPr>
          <a:xfrm>
            <a:off x="5484559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17F891-1CC4-80C5-112C-92EDF90DFF1B}"/>
              </a:ext>
            </a:extLst>
          </p:cNvPr>
          <p:cNvSpPr/>
          <p:nvPr/>
        </p:nvSpPr>
        <p:spPr>
          <a:xfrm>
            <a:off x="6584022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3AC67D-76FB-83C1-2515-3A92BD28F1A8}"/>
              </a:ext>
            </a:extLst>
          </p:cNvPr>
          <p:cNvCxnSpPr>
            <a:cxnSpLocks/>
          </p:cNvCxnSpPr>
          <p:nvPr/>
        </p:nvCxnSpPr>
        <p:spPr>
          <a:xfrm>
            <a:off x="5667439" y="3583897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1015FC-6EC7-8ADB-A76E-563D3E35466A}"/>
              </a:ext>
            </a:extLst>
          </p:cNvPr>
          <p:cNvCxnSpPr>
            <a:cxnSpLocks/>
          </p:cNvCxnSpPr>
          <p:nvPr/>
        </p:nvCxnSpPr>
        <p:spPr>
          <a:xfrm flipH="1">
            <a:off x="6207332" y="3583897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C031DB-FE22-5210-C634-352FDBB76BC8}"/>
              </a:ext>
            </a:extLst>
          </p:cNvPr>
          <p:cNvCxnSpPr>
            <a:cxnSpLocks/>
          </p:cNvCxnSpPr>
          <p:nvPr/>
        </p:nvCxnSpPr>
        <p:spPr>
          <a:xfrm>
            <a:off x="6033199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DEB5C9-AAAC-E90C-AE80-F7DB1F40DDE5}"/>
              </a:ext>
            </a:extLst>
          </p:cNvPr>
          <p:cNvCxnSpPr>
            <a:cxnSpLocks/>
          </p:cNvCxnSpPr>
          <p:nvPr/>
        </p:nvCxnSpPr>
        <p:spPr>
          <a:xfrm>
            <a:off x="6201930" y="3446737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3839FCBE-8840-EF5B-3693-DA23C3F92395}"/>
              </a:ext>
            </a:extLst>
          </p:cNvPr>
          <p:cNvSpPr/>
          <p:nvPr/>
        </p:nvSpPr>
        <p:spPr>
          <a:xfrm rot="5400000">
            <a:off x="6060374" y="3244483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0263ABD1-2925-B0D8-CF29-82EB9F845FC6}"/>
              </a:ext>
            </a:extLst>
          </p:cNvPr>
          <p:cNvSpPr/>
          <p:nvPr/>
        </p:nvSpPr>
        <p:spPr>
          <a:xfrm rot="16200000">
            <a:off x="6065815" y="3533594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2A9222-E801-BD5A-CF6A-6FE50C2A20B2}"/>
              </a:ext>
            </a:extLst>
          </p:cNvPr>
          <p:cNvSpPr txBox="1"/>
          <p:nvPr/>
        </p:nvSpPr>
        <p:spPr>
          <a:xfrm>
            <a:off x="7199451" y="3446843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F3971A-E7F4-1BD8-8D50-9905FBD51F1F}"/>
              </a:ext>
            </a:extLst>
          </p:cNvPr>
          <p:cNvSpPr txBox="1"/>
          <p:nvPr/>
        </p:nvSpPr>
        <p:spPr>
          <a:xfrm>
            <a:off x="5682169" y="2975062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D00DAFBD-1A91-5765-A760-AD27E63AA588}"/>
              </a:ext>
            </a:extLst>
          </p:cNvPr>
          <p:cNvSpPr/>
          <p:nvPr/>
        </p:nvSpPr>
        <p:spPr>
          <a:xfrm>
            <a:off x="3317387" y="3490436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41605E-AC45-6D8F-6A7E-F824F8DA3587}"/>
              </a:ext>
            </a:extLst>
          </p:cNvPr>
          <p:cNvSpPr/>
          <p:nvPr/>
        </p:nvSpPr>
        <p:spPr>
          <a:xfrm>
            <a:off x="8305070" y="3529033"/>
            <a:ext cx="109728" cy="109728"/>
          </a:xfrm>
          <a:prstGeom prst="ellipse">
            <a:avLst/>
          </a:prstGeom>
          <a:solidFill>
            <a:srgbClr val="EC8A00"/>
          </a:solidFill>
          <a:ln>
            <a:solidFill>
              <a:srgbClr val="B16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99A61A7F-EAFD-2ED8-7599-4925AF782EFC}"/>
              </a:ext>
            </a:extLst>
          </p:cNvPr>
          <p:cNvSpPr/>
          <p:nvPr/>
        </p:nvSpPr>
        <p:spPr>
          <a:xfrm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D7599985-1F45-7E5F-05DE-1C25E2A38085}"/>
              </a:ext>
            </a:extLst>
          </p:cNvPr>
          <p:cNvSpPr/>
          <p:nvPr/>
        </p:nvSpPr>
        <p:spPr>
          <a:xfrm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64D3F650-549A-E207-D781-3F8FFB4CE6FE}"/>
              </a:ext>
            </a:extLst>
          </p:cNvPr>
          <p:cNvSpPr/>
          <p:nvPr/>
        </p:nvSpPr>
        <p:spPr>
          <a:xfrm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3CF101C9-B08E-A951-D010-37553BAEC7CD}"/>
              </a:ext>
            </a:extLst>
          </p:cNvPr>
          <p:cNvSpPr/>
          <p:nvPr/>
        </p:nvSpPr>
        <p:spPr>
          <a:xfrm rot="10800000">
            <a:off x="8267066" y="3492457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183CCDA-F6C2-A5F9-D655-994BE3313619}"/>
              </a:ext>
            </a:extLst>
          </p:cNvPr>
          <p:cNvSpPr/>
          <p:nvPr/>
        </p:nvSpPr>
        <p:spPr>
          <a:xfrm rot="10800000">
            <a:off x="8222774" y="3446737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FDC3F5D9-7373-E165-FA0D-F5B0623DB5E6}"/>
              </a:ext>
            </a:extLst>
          </p:cNvPr>
          <p:cNvSpPr/>
          <p:nvPr/>
        </p:nvSpPr>
        <p:spPr>
          <a:xfrm rot="10800000">
            <a:off x="8177054" y="3401017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F242C7-8D98-7AAA-6CFC-E67659E3781B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3005722" y="3583897"/>
            <a:ext cx="311665" cy="0"/>
          </a:xfrm>
          <a:prstGeom prst="straightConnector1">
            <a:avLst/>
          </a:prstGeom>
          <a:ln w="38100">
            <a:solidFill>
              <a:srgbClr val="EC8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/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𝐸𝑥𝑐𝑖𝑡𝑎𝑡𝑖𝑜𝑛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90C19C-23CE-AB7B-D71B-22BC456B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57" y="3391650"/>
                <a:ext cx="2347621" cy="396391"/>
              </a:xfrm>
              <a:prstGeom prst="rect">
                <a:avLst/>
              </a:prstGeom>
              <a:blipFill>
                <a:blip r:embed="rId3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/>
              <p:nvPr/>
            </p:nvSpPr>
            <p:spPr>
              <a:xfrm>
                <a:off x="4186109" y="4648589"/>
                <a:ext cx="39535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𝐼𝑛𝑡𝑒𝑟𝑓𝑎𝑐𝑒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𝑐𝑜𝑚𝑝𝑜𝑛𝑒𝑛𝑡𝑠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𝐷𝑂𝐹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8A9B9F-0400-133D-5042-85F26334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109" y="4648589"/>
                <a:ext cx="3953597" cy="338554"/>
              </a:xfrm>
              <a:prstGeom prst="rect">
                <a:avLst/>
              </a:prstGeom>
              <a:blipFill>
                <a:blip r:embed="rId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FFABB96-C2E7-2EBA-1E56-D8D9399C167D}"/>
              </a:ext>
            </a:extLst>
          </p:cNvPr>
          <p:cNvCxnSpPr>
            <a:cxnSpLocks/>
            <a:stCxn id="47" idx="0"/>
          </p:cNvCxnSpPr>
          <p:nvPr/>
        </p:nvCxnSpPr>
        <p:spPr>
          <a:xfrm flipH="1" flipV="1">
            <a:off x="5682169" y="3681891"/>
            <a:ext cx="480739" cy="96669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718B34-B331-E320-8B6B-1F51C36BC86A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6162908" y="3721057"/>
            <a:ext cx="421114" cy="9275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/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𝑃𝑎𝑦𝑙𝑜𝑎𝑑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2F731C6-786B-B273-13FF-61CA1C0F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77" y="4198612"/>
                <a:ext cx="3257101" cy="354777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B20DA37-7363-C276-157A-DC6FD360B937}"/>
              </a:ext>
            </a:extLst>
          </p:cNvPr>
          <p:cNvCxnSpPr>
            <a:cxnSpLocks/>
          </p:cNvCxnSpPr>
          <p:nvPr/>
        </p:nvCxnSpPr>
        <p:spPr>
          <a:xfrm flipH="1" flipV="1">
            <a:off x="8485112" y="3826530"/>
            <a:ext cx="801501" cy="415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286798-E510-D101-8460-AA514C0C50BD}"/>
              </a:ext>
            </a:extLst>
          </p:cNvPr>
          <p:cNvSpPr/>
          <p:nvPr/>
        </p:nvSpPr>
        <p:spPr>
          <a:xfrm>
            <a:off x="7701094" y="1102861"/>
            <a:ext cx="2860645" cy="86855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1">
            <a:extLst>
              <a:ext uri="{FF2B5EF4-FFF2-40B4-BE49-F238E27FC236}">
                <a16:creationId xmlns:a16="http://schemas.microsoft.com/office/drawing/2014/main" id="{4457AA16-78E5-4C84-87A5-4388C99548CA}"/>
              </a:ext>
            </a:extLst>
          </p:cNvPr>
          <p:cNvSpPr/>
          <p:nvPr/>
        </p:nvSpPr>
        <p:spPr>
          <a:xfrm>
            <a:off x="2252692" y="5796057"/>
            <a:ext cx="7686617" cy="6736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Estimate forces that influence the propulsion system in the same way as the rocket motor force</a:t>
            </a:r>
          </a:p>
        </p:txBody>
      </p:sp>
    </p:spTree>
    <p:extLst>
      <p:ext uri="{BB962C8B-B14F-4D97-AF65-F5344CB8AC3E}">
        <p14:creationId xmlns:p14="http://schemas.microsoft.com/office/powerpoint/2010/main" val="10344624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85CA89-649D-D9B0-74D1-3ACCD6533820}"/>
              </a:ext>
            </a:extLst>
          </p:cNvPr>
          <p:cNvSpPr/>
          <p:nvPr/>
        </p:nvSpPr>
        <p:spPr>
          <a:xfrm>
            <a:off x="3112316" y="1102861"/>
            <a:ext cx="4588778" cy="868552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001992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TPA and One-way FBS – Component Based TPA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286798-E510-D101-8460-AA514C0C50BD}"/>
              </a:ext>
            </a:extLst>
          </p:cNvPr>
          <p:cNvSpPr/>
          <p:nvPr/>
        </p:nvSpPr>
        <p:spPr>
          <a:xfrm>
            <a:off x="7701094" y="1102861"/>
            <a:ext cx="2860645" cy="86855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1">
            <a:extLst>
              <a:ext uri="{FF2B5EF4-FFF2-40B4-BE49-F238E27FC236}">
                <a16:creationId xmlns:a16="http://schemas.microsoft.com/office/drawing/2014/main" id="{4457AA16-78E5-4C84-87A5-4388C99548CA}"/>
              </a:ext>
            </a:extLst>
          </p:cNvPr>
          <p:cNvSpPr/>
          <p:nvPr/>
        </p:nvSpPr>
        <p:spPr>
          <a:xfrm>
            <a:off x="2252692" y="6131617"/>
            <a:ext cx="7686617" cy="6736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Estimate forces that influence the propulsion system in the same way as the rocket motor force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B02AE1D-72C6-B62F-3867-DB3C7AC4DEC1}"/>
              </a:ext>
            </a:extLst>
          </p:cNvPr>
          <p:cNvSpPr/>
          <p:nvPr/>
        </p:nvSpPr>
        <p:spPr>
          <a:xfrm>
            <a:off x="5704514" y="2044333"/>
            <a:ext cx="391486" cy="4578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2">
            <a:extLst>
              <a:ext uri="{FF2B5EF4-FFF2-40B4-BE49-F238E27FC236}">
                <a16:creationId xmlns:a16="http://schemas.microsoft.com/office/drawing/2014/main" id="{EFFDB958-29B6-5652-3F22-5569C80E8FCB}"/>
              </a:ext>
            </a:extLst>
          </p:cNvPr>
          <p:cNvSpPr/>
          <p:nvPr/>
        </p:nvSpPr>
        <p:spPr>
          <a:xfrm>
            <a:off x="8644343" y="4588293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4" name="Isosceles Triangle 83">
            <a:extLst>
              <a:ext uri="{FF2B5EF4-FFF2-40B4-BE49-F238E27FC236}">
                <a16:creationId xmlns:a16="http://schemas.microsoft.com/office/drawing/2014/main" id="{691B587A-EB51-056D-A06D-CD33C886A48A}"/>
              </a:ext>
            </a:extLst>
          </p:cNvPr>
          <p:cNvSpPr/>
          <p:nvPr/>
        </p:nvSpPr>
        <p:spPr>
          <a:xfrm rot="5400000">
            <a:off x="3022672" y="4216374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682C481-203D-092C-9DBD-B391D2978C8C}"/>
              </a:ext>
            </a:extLst>
          </p:cNvPr>
          <p:cNvSpPr/>
          <p:nvPr/>
        </p:nvSpPr>
        <p:spPr>
          <a:xfrm rot="5400000">
            <a:off x="3409497" y="3641609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D383DB-8987-07C2-8CE6-812A5B505A70}"/>
              </a:ext>
            </a:extLst>
          </p:cNvPr>
          <p:cNvSpPr txBox="1"/>
          <p:nvPr/>
        </p:nvSpPr>
        <p:spPr>
          <a:xfrm>
            <a:off x="3694607" y="4359712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87" name="Trapezoid 86">
            <a:extLst>
              <a:ext uri="{FF2B5EF4-FFF2-40B4-BE49-F238E27FC236}">
                <a16:creationId xmlns:a16="http://schemas.microsoft.com/office/drawing/2014/main" id="{EB95911A-64D8-C790-A005-ED8E5FE30C7F}"/>
              </a:ext>
            </a:extLst>
          </p:cNvPr>
          <p:cNvSpPr/>
          <p:nvPr/>
        </p:nvSpPr>
        <p:spPr>
          <a:xfrm rot="5400000">
            <a:off x="5773299" y="4328367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477BB01-07E1-C085-E67B-FFC918201539}"/>
              </a:ext>
            </a:extLst>
          </p:cNvPr>
          <p:cNvSpPr/>
          <p:nvPr/>
        </p:nvSpPr>
        <p:spPr>
          <a:xfrm>
            <a:off x="6866289" y="3976674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9" name="Trapezoid 88">
            <a:extLst>
              <a:ext uri="{FF2B5EF4-FFF2-40B4-BE49-F238E27FC236}">
                <a16:creationId xmlns:a16="http://schemas.microsoft.com/office/drawing/2014/main" id="{3C66D146-1B35-964A-A481-CB73FFD00F39}"/>
              </a:ext>
            </a:extLst>
          </p:cNvPr>
          <p:cNvSpPr/>
          <p:nvPr/>
        </p:nvSpPr>
        <p:spPr>
          <a:xfrm rot="5400000">
            <a:off x="7294394" y="4328367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C2938CF-31C9-DB00-8063-7D62AEE8C13E}"/>
              </a:ext>
            </a:extLst>
          </p:cNvPr>
          <p:cNvSpPr txBox="1"/>
          <p:nvPr/>
        </p:nvSpPr>
        <p:spPr>
          <a:xfrm>
            <a:off x="6796779" y="4467438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91" name="Trapezoid 90">
            <a:extLst>
              <a:ext uri="{FF2B5EF4-FFF2-40B4-BE49-F238E27FC236}">
                <a16:creationId xmlns:a16="http://schemas.microsoft.com/office/drawing/2014/main" id="{31C67CC5-716C-608D-C381-EF375BE2AD41}"/>
              </a:ext>
            </a:extLst>
          </p:cNvPr>
          <p:cNvSpPr/>
          <p:nvPr/>
        </p:nvSpPr>
        <p:spPr>
          <a:xfrm rot="5400000">
            <a:off x="8325464" y="4328367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6E40330E-4EF1-2E5B-9139-434E40C95845}"/>
              </a:ext>
            </a:extLst>
          </p:cNvPr>
          <p:cNvSpPr/>
          <p:nvPr/>
        </p:nvSpPr>
        <p:spPr>
          <a:xfrm>
            <a:off x="3217753" y="3351948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C32DC0DF-5EB0-D0AC-82E1-C260F83519A8}"/>
              </a:ext>
            </a:extLst>
          </p:cNvPr>
          <p:cNvSpPr/>
          <p:nvPr/>
        </p:nvSpPr>
        <p:spPr>
          <a:xfrm rot="10800000">
            <a:off x="3217753" y="5423971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3668060-A2D0-BE52-6DE2-D5E7060E6FDF}"/>
              </a:ext>
            </a:extLst>
          </p:cNvPr>
          <p:cNvCxnSpPr>
            <a:cxnSpLocks/>
          </p:cNvCxnSpPr>
          <p:nvPr/>
        </p:nvCxnSpPr>
        <p:spPr>
          <a:xfrm>
            <a:off x="3217753" y="4621322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3C4745EA-0F8E-47A9-0448-A3FA622A8D67}"/>
              </a:ext>
            </a:extLst>
          </p:cNvPr>
          <p:cNvSpPr/>
          <p:nvPr/>
        </p:nvSpPr>
        <p:spPr>
          <a:xfrm>
            <a:off x="6181350" y="4513894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FDA515B-5C78-15F5-F752-9E788C8533B3}"/>
              </a:ext>
            </a:extLst>
          </p:cNvPr>
          <p:cNvCxnSpPr>
            <a:cxnSpLocks/>
          </p:cNvCxnSpPr>
          <p:nvPr/>
        </p:nvCxnSpPr>
        <p:spPr>
          <a:xfrm>
            <a:off x="5264767" y="4607355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6F0089B-D0E1-34E3-B8A7-A192B0ACD631}"/>
              </a:ext>
            </a:extLst>
          </p:cNvPr>
          <p:cNvCxnSpPr>
            <a:cxnSpLocks/>
          </p:cNvCxnSpPr>
          <p:nvPr/>
        </p:nvCxnSpPr>
        <p:spPr>
          <a:xfrm flipH="1">
            <a:off x="5804660" y="4607355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F5B0F12-D34D-57CA-F648-CD6D91B52914}"/>
              </a:ext>
            </a:extLst>
          </p:cNvPr>
          <p:cNvCxnSpPr>
            <a:cxnSpLocks/>
          </p:cNvCxnSpPr>
          <p:nvPr/>
        </p:nvCxnSpPr>
        <p:spPr>
          <a:xfrm>
            <a:off x="5630527" y="4470195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4F3FFD4-CDF1-75B7-B72B-38F96C61610F}"/>
              </a:ext>
            </a:extLst>
          </p:cNvPr>
          <p:cNvCxnSpPr>
            <a:cxnSpLocks/>
          </p:cNvCxnSpPr>
          <p:nvPr/>
        </p:nvCxnSpPr>
        <p:spPr>
          <a:xfrm>
            <a:off x="5799258" y="4470195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101" name="Left Bracket 100">
            <a:extLst>
              <a:ext uri="{FF2B5EF4-FFF2-40B4-BE49-F238E27FC236}">
                <a16:creationId xmlns:a16="http://schemas.microsoft.com/office/drawing/2014/main" id="{33021AEC-95BA-B8E3-2599-CE606B5ED151}"/>
              </a:ext>
            </a:extLst>
          </p:cNvPr>
          <p:cNvSpPr/>
          <p:nvPr/>
        </p:nvSpPr>
        <p:spPr>
          <a:xfrm rot="5400000">
            <a:off x="5657702" y="4267941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2" name="Left Bracket 101">
            <a:extLst>
              <a:ext uri="{FF2B5EF4-FFF2-40B4-BE49-F238E27FC236}">
                <a16:creationId xmlns:a16="http://schemas.microsoft.com/office/drawing/2014/main" id="{F4BC1137-E557-90FC-3D28-F3BCD2ADA85E}"/>
              </a:ext>
            </a:extLst>
          </p:cNvPr>
          <p:cNvSpPr/>
          <p:nvPr/>
        </p:nvSpPr>
        <p:spPr>
          <a:xfrm rot="16200000">
            <a:off x="5663143" y="4557052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DAD9BFF-6714-013C-7B46-F5F284DC3604}"/>
              </a:ext>
            </a:extLst>
          </p:cNvPr>
          <p:cNvSpPr txBox="1"/>
          <p:nvPr/>
        </p:nvSpPr>
        <p:spPr>
          <a:xfrm>
            <a:off x="6796779" y="4470301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6F5072F-9D42-43D1-F03F-0EAEE266171C}"/>
              </a:ext>
            </a:extLst>
          </p:cNvPr>
          <p:cNvSpPr txBox="1"/>
          <p:nvPr/>
        </p:nvSpPr>
        <p:spPr>
          <a:xfrm>
            <a:off x="5279497" y="3998520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4FFF99D-0106-4BD2-E0DD-9406323E423E}"/>
              </a:ext>
            </a:extLst>
          </p:cNvPr>
          <p:cNvSpPr/>
          <p:nvPr/>
        </p:nvSpPr>
        <p:spPr>
          <a:xfrm>
            <a:off x="7902398" y="4552491"/>
            <a:ext cx="109728" cy="109728"/>
          </a:xfrm>
          <a:prstGeom prst="ellipse">
            <a:avLst/>
          </a:prstGeom>
          <a:solidFill>
            <a:srgbClr val="EC8A00"/>
          </a:solidFill>
          <a:ln>
            <a:solidFill>
              <a:srgbClr val="B16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Arc 106">
            <a:extLst>
              <a:ext uri="{FF2B5EF4-FFF2-40B4-BE49-F238E27FC236}">
                <a16:creationId xmlns:a16="http://schemas.microsoft.com/office/drawing/2014/main" id="{525BE87A-6400-1933-B042-BAEE86070A16}"/>
              </a:ext>
            </a:extLst>
          </p:cNvPr>
          <p:cNvSpPr/>
          <p:nvPr/>
        </p:nvSpPr>
        <p:spPr>
          <a:xfrm>
            <a:off x="7864394" y="4515915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Arc 107">
            <a:extLst>
              <a:ext uri="{FF2B5EF4-FFF2-40B4-BE49-F238E27FC236}">
                <a16:creationId xmlns:a16="http://schemas.microsoft.com/office/drawing/2014/main" id="{DC4B654B-055C-402D-047B-4BAD7A10A5C6}"/>
              </a:ext>
            </a:extLst>
          </p:cNvPr>
          <p:cNvSpPr/>
          <p:nvPr/>
        </p:nvSpPr>
        <p:spPr>
          <a:xfrm>
            <a:off x="7820102" y="4470195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Arc 108">
            <a:extLst>
              <a:ext uri="{FF2B5EF4-FFF2-40B4-BE49-F238E27FC236}">
                <a16:creationId xmlns:a16="http://schemas.microsoft.com/office/drawing/2014/main" id="{48CB77BC-C1FB-1776-0306-96661A304C2D}"/>
              </a:ext>
            </a:extLst>
          </p:cNvPr>
          <p:cNvSpPr/>
          <p:nvPr/>
        </p:nvSpPr>
        <p:spPr>
          <a:xfrm>
            <a:off x="7774382" y="4424475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Arc 109">
            <a:extLst>
              <a:ext uri="{FF2B5EF4-FFF2-40B4-BE49-F238E27FC236}">
                <a16:creationId xmlns:a16="http://schemas.microsoft.com/office/drawing/2014/main" id="{850D16E3-74D3-EA48-85A5-5ED1AA88A4E9}"/>
              </a:ext>
            </a:extLst>
          </p:cNvPr>
          <p:cNvSpPr/>
          <p:nvPr/>
        </p:nvSpPr>
        <p:spPr>
          <a:xfrm rot="10800000">
            <a:off x="7864394" y="4515915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Arc 110">
            <a:extLst>
              <a:ext uri="{FF2B5EF4-FFF2-40B4-BE49-F238E27FC236}">
                <a16:creationId xmlns:a16="http://schemas.microsoft.com/office/drawing/2014/main" id="{0AAB9659-D17E-9127-9B69-82583E3C48EE}"/>
              </a:ext>
            </a:extLst>
          </p:cNvPr>
          <p:cNvSpPr/>
          <p:nvPr/>
        </p:nvSpPr>
        <p:spPr>
          <a:xfrm rot="10800000">
            <a:off x="7820102" y="4470195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Arc 111">
            <a:extLst>
              <a:ext uri="{FF2B5EF4-FFF2-40B4-BE49-F238E27FC236}">
                <a16:creationId xmlns:a16="http://schemas.microsoft.com/office/drawing/2014/main" id="{0C0C19F9-5612-B4C6-EF91-7F55BED758C0}"/>
              </a:ext>
            </a:extLst>
          </p:cNvPr>
          <p:cNvSpPr/>
          <p:nvPr/>
        </p:nvSpPr>
        <p:spPr>
          <a:xfrm rot="10800000">
            <a:off x="7774382" y="4424475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DD0A61E-BC7D-3ED0-AC86-FD4524EA1F7D}"/>
                  </a:ext>
                </a:extLst>
              </p:cNvPr>
              <p:cNvSpPr txBox="1"/>
              <p:nvPr/>
            </p:nvSpPr>
            <p:spPr>
              <a:xfrm>
                <a:off x="3793202" y="3272905"/>
                <a:ext cx="3813876" cy="424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𝐹𝑟𝑒𝑒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𝐶𝑜𝑢𝑝𝑙𝑖𝑛𝑔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DD0A61E-BC7D-3ED0-AC86-FD4524EA1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202" y="3272905"/>
                <a:ext cx="3813876" cy="424283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1CFADD3-1597-44BB-13C9-D6C1623E90A6}"/>
                  </a:ext>
                </a:extLst>
              </p:cNvPr>
              <p:cNvSpPr txBox="1"/>
              <p:nvPr/>
            </p:nvSpPr>
            <p:spPr>
              <a:xfrm>
                <a:off x="3783437" y="5672047"/>
                <a:ext cx="39535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𝐼𝑛𝑡𝑒𝑟𝑓𝑎𝑐𝑒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𝑐𝑜𝑚𝑝𝑜𝑛𝑒𝑛𝑡𝑠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𝐷𝑂𝐹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1CFADD3-1597-44BB-13C9-D6C1623E9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437" y="5672047"/>
                <a:ext cx="3953597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9EFD288-2130-4B5B-CDF1-784A630F76D2}"/>
              </a:ext>
            </a:extLst>
          </p:cNvPr>
          <p:cNvCxnSpPr>
            <a:cxnSpLocks/>
            <a:stCxn id="115" idx="0"/>
          </p:cNvCxnSpPr>
          <p:nvPr/>
        </p:nvCxnSpPr>
        <p:spPr>
          <a:xfrm flipH="1" flipV="1">
            <a:off x="5279497" y="4705349"/>
            <a:ext cx="480739" cy="96669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9259186-C099-C86C-FB50-A44372E1B0DA}"/>
              </a:ext>
            </a:extLst>
          </p:cNvPr>
          <p:cNvCxnSpPr>
            <a:cxnSpLocks/>
            <a:stCxn id="115" idx="0"/>
          </p:cNvCxnSpPr>
          <p:nvPr/>
        </p:nvCxnSpPr>
        <p:spPr>
          <a:xfrm flipV="1">
            <a:off x="5760236" y="4744515"/>
            <a:ext cx="421114" cy="9275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621F0975-254B-F7C4-0F33-1D1A29DC0377}"/>
                  </a:ext>
                </a:extLst>
              </p:cNvPr>
              <p:cNvSpPr txBox="1"/>
              <p:nvPr/>
            </p:nvSpPr>
            <p:spPr>
              <a:xfrm>
                <a:off x="7658105" y="5222070"/>
                <a:ext cx="3257101" cy="354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𝑃𝑎𝑦𝑙𝑜𝑎𝑑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621F0975-254B-F7C4-0F33-1D1A29DC0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105" y="5222070"/>
                <a:ext cx="3257101" cy="354777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A7373AE-F995-77B1-A6FA-70F66E79AC42}"/>
              </a:ext>
            </a:extLst>
          </p:cNvPr>
          <p:cNvCxnSpPr>
            <a:cxnSpLocks/>
          </p:cNvCxnSpPr>
          <p:nvPr/>
        </p:nvCxnSpPr>
        <p:spPr>
          <a:xfrm flipH="1" flipV="1">
            <a:off x="8082440" y="4849988"/>
            <a:ext cx="801501" cy="415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6FFE6EF8-14BD-20B4-47BC-062C2C7509C3}"/>
              </a:ext>
            </a:extLst>
          </p:cNvPr>
          <p:cNvSpPr/>
          <p:nvPr/>
        </p:nvSpPr>
        <p:spPr>
          <a:xfrm>
            <a:off x="5127037" y="4562278"/>
            <a:ext cx="109728" cy="10972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Arc 120">
            <a:extLst>
              <a:ext uri="{FF2B5EF4-FFF2-40B4-BE49-F238E27FC236}">
                <a16:creationId xmlns:a16="http://schemas.microsoft.com/office/drawing/2014/main" id="{1E48F76D-A143-C3A5-FB77-52CFB987924B}"/>
              </a:ext>
            </a:extLst>
          </p:cNvPr>
          <p:cNvSpPr/>
          <p:nvPr/>
        </p:nvSpPr>
        <p:spPr>
          <a:xfrm>
            <a:off x="5089033" y="4525702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Arc 121">
            <a:extLst>
              <a:ext uri="{FF2B5EF4-FFF2-40B4-BE49-F238E27FC236}">
                <a16:creationId xmlns:a16="http://schemas.microsoft.com/office/drawing/2014/main" id="{E6EB8C80-B76F-650A-3D0C-D75B14BA2CD8}"/>
              </a:ext>
            </a:extLst>
          </p:cNvPr>
          <p:cNvSpPr/>
          <p:nvPr/>
        </p:nvSpPr>
        <p:spPr>
          <a:xfrm>
            <a:off x="5044741" y="4479982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Arc 122">
            <a:extLst>
              <a:ext uri="{FF2B5EF4-FFF2-40B4-BE49-F238E27FC236}">
                <a16:creationId xmlns:a16="http://schemas.microsoft.com/office/drawing/2014/main" id="{E6675CB2-B209-3DFA-34D5-6D10CDDEA818}"/>
              </a:ext>
            </a:extLst>
          </p:cNvPr>
          <p:cNvSpPr/>
          <p:nvPr/>
        </p:nvSpPr>
        <p:spPr>
          <a:xfrm>
            <a:off x="4999021" y="4434262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Arc 123">
            <a:extLst>
              <a:ext uri="{FF2B5EF4-FFF2-40B4-BE49-F238E27FC236}">
                <a16:creationId xmlns:a16="http://schemas.microsoft.com/office/drawing/2014/main" id="{ABF1F6FF-4DB9-6271-2069-6AD4F0B1DEE7}"/>
              </a:ext>
            </a:extLst>
          </p:cNvPr>
          <p:cNvSpPr/>
          <p:nvPr/>
        </p:nvSpPr>
        <p:spPr>
          <a:xfrm rot="10800000">
            <a:off x="5089033" y="4525702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Arc 124">
            <a:extLst>
              <a:ext uri="{FF2B5EF4-FFF2-40B4-BE49-F238E27FC236}">
                <a16:creationId xmlns:a16="http://schemas.microsoft.com/office/drawing/2014/main" id="{4E83DE19-D525-2A65-19F6-B9FAE72CB482}"/>
              </a:ext>
            </a:extLst>
          </p:cNvPr>
          <p:cNvSpPr/>
          <p:nvPr/>
        </p:nvSpPr>
        <p:spPr>
          <a:xfrm rot="10800000">
            <a:off x="5044741" y="4479982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Arc 125">
            <a:extLst>
              <a:ext uri="{FF2B5EF4-FFF2-40B4-BE49-F238E27FC236}">
                <a16:creationId xmlns:a16="http://schemas.microsoft.com/office/drawing/2014/main" id="{E3C0DB1B-5708-26E1-7920-CDD62D0AD50C}"/>
              </a:ext>
            </a:extLst>
          </p:cNvPr>
          <p:cNvSpPr/>
          <p:nvPr/>
        </p:nvSpPr>
        <p:spPr>
          <a:xfrm rot="10800000">
            <a:off x="4999021" y="4434262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E395D6A-982B-2082-C596-750EE7F45A08}"/>
              </a:ext>
            </a:extLst>
          </p:cNvPr>
          <p:cNvCxnSpPr>
            <a:cxnSpLocks/>
          </p:cNvCxnSpPr>
          <p:nvPr/>
        </p:nvCxnSpPr>
        <p:spPr>
          <a:xfrm flipH="1">
            <a:off x="5203356" y="3675616"/>
            <a:ext cx="33409" cy="79182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D826BA61-4202-2882-5005-325E6D6DE8C0}"/>
                  </a:ext>
                </a:extLst>
              </p:cNvPr>
              <p:cNvSpPr txBox="1"/>
              <p:nvPr/>
            </p:nvSpPr>
            <p:spPr>
              <a:xfrm>
                <a:off x="2200062" y="2586334"/>
                <a:ext cx="7435112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D826BA61-4202-2882-5005-325E6D6DE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062" y="2586334"/>
                <a:ext cx="7435112" cy="6249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90C73EA4-DC89-54CF-37B6-F220BFCC15D4}"/>
              </a:ext>
            </a:extLst>
          </p:cNvPr>
          <p:cNvSpPr/>
          <p:nvPr/>
        </p:nvSpPr>
        <p:spPr>
          <a:xfrm>
            <a:off x="3575109" y="2581697"/>
            <a:ext cx="4588778" cy="697797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B563F58E-036D-45CA-0BBA-CBF8589246FD}"/>
              </a:ext>
            </a:extLst>
          </p:cNvPr>
          <p:cNvSpPr/>
          <p:nvPr/>
        </p:nvSpPr>
        <p:spPr>
          <a:xfrm>
            <a:off x="8160603" y="2571892"/>
            <a:ext cx="1474572" cy="70760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9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57A909-6148-0C06-45A6-7A72101CFE17}"/>
              </a:ext>
            </a:extLst>
          </p:cNvPr>
          <p:cNvSpPr/>
          <p:nvPr/>
        </p:nvSpPr>
        <p:spPr>
          <a:xfrm>
            <a:off x="8393038" y="3778959"/>
            <a:ext cx="3536108" cy="4540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85CA89-649D-D9B0-74D1-3ACCD6533820}"/>
              </a:ext>
            </a:extLst>
          </p:cNvPr>
          <p:cNvSpPr/>
          <p:nvPr/>
        </p:nvSpPr>
        <p:spPr>
          <a:xfrm>
            <a:off x="3112316" y="1102861"/>
            <a:ext cx="4588778" cy="868552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8E306-1E07-E15D-E9FB-67AC176C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001992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TPA and One-way FBS – Component Based TPA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/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EE76DE-D4BE-6097-6322-598487B4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039" y="1177058"/>
                <a:ext cx="8861593" cy="6249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286798-E510-D101-8460-AA514C0C50BD}"/>
              </a:ext>
            </a:extLst>
          </p:cNvPr>
          <p:cNvSpPr/>
          <p:nvPr/>
        </p:nvSpPr>
        <p:spPr>
          <a:xfrm>
            <a:off x="7701094" y="1102861"/>
            <a:ext cx="2860645" cy="86855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1">
            <a:extLst>
              <a:ext uri="{FF2B5EF4-FFF2-40B4-BE49-F238E27FC236}">
                <a16:creationId xmlns:a16="http://schemas.microsoft.com/office/drawing/2014/main" id="{4457AA16-78E5-4C84-87A5-4388C99548CA}"/>
              </a:ext>
            </a:extLst>
          </p:cNvPr>
          <p:cNvSpPr/>
          <p:nvPr/>
        </p:nvSpPr>
        <p:spPr>
          <a:xfrm>
            <a:off x="2252692" y="6131617"/>
            <a:ext cx="7686617" cy="6736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Estimate forces that influence the propulsion system in the same way as the rocket motor force</a:t>
            </a:r>
          </a:p>
        </p:txBody>
      </p:sp>
      <p:sp>
        <p:nvSpPr>
          <p:cNvPr id="83" name="Rectangle: Rounded Corners 2">
            <a:extLst>
              <a:ext uri="{FF2B5EF4-FFF2-40B4-BE49-F238E27FC236}">
                <a16:creationId xmlns:a16="http://schemas.microsoft.com/office/drawing/2014/main" id="{EFFDB958-29B6-5652-3F22-5569C80E8FCB}"/>
              </a:ext>
            </a:extLst>
          </p:cNvPr>
          <p:cNvSpPr/>
          <p:nvPr/>
        </p:nvSpPr>
        <p:spPr>
          <a:xfrm>
            <a:off x="8644343" y="4588293"/>
            <a:ext cx="371475" cy="66067"/>
          </a:xfrm>
          <a:prstGeom prst="roundRect">
            <a:avLst>
              <a:gd name="adj" fmla="val 50000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4" name="Isosceles Triangle 83">
            <a:extLst>
              <a:ext uri="{FF2B5EF4-FFF2-40B4-BE49-F238E27FC236}">
                <a16:creationId xmlns:a16="http://schemas.microsoft.com/office/drawing/2014/main" id="{691B587A-EB51-056D-A06D-CD33C886A48A}"/>
              </a:ext>
            </a:extLst>
          </p:cNvPr>
          <p:cNvSpPr/>
          <p:nvPr/>
        </p:nvSpPr>
        <p:spPr>
          <a:xfrm rot="5400000">
            <a:off x="3022672" y="4216374"/>
            <a:ext cx="862148" cy="809897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682C481-203D-092C-9DBD-B391D2978C8C}"/>
              </a:ext>
            </a:extLst>
          </p:cNvPr>
          <p:cNvSpPr/>
          <p:nvPr/>
        </p:nvSpPr>
        <p:spPr>
          <a:xfrm rot="5400000">
            <a:off x="3409497" y="3641609"/>
            <a:ext cx="1576251" cy="1959428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400" b="1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D383DB-8987-07C2-8CE6-812A5B505A70}"/>
              </a:ext>
            </a:extLst>
          </p:cNvPr>
          <p:cNvSpPr txBox="1"/>
          <p:nvPr/>
        </p:nvSpPr>
        <p:spPr>
          <a:xfrm>
            <a:off x="3694607" y="4359712"/>
            <a:ext cx="10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Propulsion System</a:t>
            </a:r>
          </a:p>
        </p:txBody>
      </p:sp>
      <p:sp>
        <p:nvSpPr>
          <p:cNvPr id="87" name="Trapezoid 86">
            <a:extLst>
              <a:ext uri="{FF2B5EF4-FFF2-40B4-BE49-F238E27FC236}">
                <a16:creationId xmlns:a16="http://schemas.microsoft.com/office/drawing/2014/main" id="{EB95911A-64D8-C790-A005-ED8E5FE30C7F}"/>
              </a:ext>
            </a:extLst>
          </p:cNvPr>
          <p:cNvSpPr/>
          <p:nvPr/>
        </p:nvSpPr>
        <p:spPr>
          <a:xfrm rot="5400000">
            <a:off x="5773299" y="4328367"/>
            <a:ext cx="1576251" cy="585918"/>
          </a:xfrm>
          <a:prstGeom prst="trapezoid">
            <a:avLst>
              <a:gd name="adj" fmla="val 2459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477BB01-07E1-C085-E67B-FFC918201539}"/>
              </a:ext>
            </a:extLst>
          </p:cNvPr>
          <p:cNvSpPr/>
          <p:nvPr/>
        </p:nvSpPr>
        <p:spPr>
          <a:xfrm>
            <a:off x="6866289" y="3976674"/>
            <a:ext cx="762705" cy="1289304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9" name="Trapezoid 88">
            <a:extLst>
              <a:ext uri="{FF2B5EF4-FFF2-40B4-BE49-F238E27FC236}">
                <a16:creationId xmlns:a16="http://schemas.microsoft.com/office/drawing/2014/main" id="{3C66D146-1B35-964A-A481-CB73FFD00F39}"/>
              </a:ext>
            </a:extLst>
          </p:cNvPr>
          <p:cNvSpPr/>
          <p:nvPr/>
        </p:nvSpPr>
        <p:spPr>
          <a:xfrm rot="5400000">
            <a:off x="7294394" y="4328367"/>
            <a:ext cx="1280160" cy="585918"/>
          </a:xfrm>
          <a:prstGeom prst="trapezoid">
            <a:avLst>
              <a:gd name="adj" fmla="val 73363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C2938CF-31C9-DB00-8063-7D62AEE8C13E}"/>
              </a:ext>
            </a:extLst>
          </p:cNvPr>
          <p:cNvSpPr txBox="1"/>
          <p:nvPr/>
        </p:nvSpPr>
        <p:spPr>
          <a:xfrm>
            <a:off x="6796779" y="4467438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91" name="Trapezoid 90">
            <a:extLst>
              <a:ext uri="{FF2B5EF4-FFF2-40B4-BE49-F238E27FC236}">
                <a16:creationId xmlns:a16="http://schemas.microsoft.com/office/drawing/2014/main" id="{31C67CC5-716C-608D-C381-EF375BE2AD41}"/>
              </a:ext>
            </a:extLst>
          </p:cNvPr>
          <p:cNvSpPr/>
          <p:nvPr/>
        </p:nvSpPr>
        <p:spPr>
          <a:xfrm rot="5400000">
            <a:off x="8325464" y="4328367"/>
            <a:ext cx="412436" cy="585918"/>
          </a:xfrm>
          <a:prstGeom prst="trapezoid">
            <a:avLst>
              <a:gd name="adj" fmla="val 41917"/>
            </a:avLst>
          </a:prstGeom>
          <a:solidFill>
            <a:srgbClr val="44546A">
              <a:lumMod val="60000"/>
              <a:lumOff val="4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6E40330E-4EF1-2E5B-9139-434E40C95845}"/>
              </a:ext>
            </a:extLst>
          </p:cNvPr>
          <p:cNvSpPr/>
          <p:nvPr/>
        </p:nvSpPr>
        <p:spPr>
          <a:xfrm>
            <a:off x="3217753" y="3351948"/>
            <a:ext cx="561827" cy="466725"/>
          </a:xfrm>
          <a:prstGeom prst="triangle">
            <a:avLst>
              <a:gd name="adj" fmla="val 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C32DC0DF-5EB0-D0AC-82E1-C260F83519A8}"/>
              </a:ext>
            </a:extLst>
          </p:cNvPr>
          <p:cNvSpPr/>
          <p:nvPr/>
        </p:nvSpPr>
        <p:spPr>
          <a:xfrm rot="10800000">
            <a:off x="3217753" y="5423971"/>
            <a:ext cx="561827" cy="466725"/>
          </a:xfrm>
          <a:prstGeom prst="triangle">
            <a:avLst>
              <a:gd name="adj" fmla="val 100000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3668060-A2D0-BE52-6DE2-D5E7060E6FDF}"/>
              </a:ext>
            </a:extLst>
          </p:cNvPr>
          <p:cNvCxnSpPr>
            <a:cxnSpLocks/>
          </p:cNvCxnSpPr>
          <p:nvPr/>
        </p:nvCxnSpPr>
        <p:spPr>
          <a:xfrm>
            <a:off x="3217753" y="4621322"/>
            <a:ext cx="557784" cy="0"/>
          </a:xfrm>
          <a:prstGeom prst="line">
            <a:avLst/>
          </a:prstGeom>
          <a:noFill/>
          <a:ln w="28575" cap="flat" cmpd="sng" algn="ctr">
            <a:solidFill>
              <a:srgbClr val="ED7D31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3C4745EA-0F8E-47A9-0448-A3FA622A8D67}"/>
              </a:ext>
            </a:extLst>
          </p:cNvPr>
          <p:cNvSpPr/>
          <p:nvPr/>
        </p:nvSpPr>
        <p:spPr>
          <a:xfrm>
            <a:off x="6181350" y="4513894"/>
            <a:ext cx="182880" cy="186922"/>
          </a:xfrm>
          <a:prstGeom prst="ellipse">
            <a:avLst/>
          </a:prstGeom>
          <a:solidFill>
            <a:srgbClr val="EC8A00"/>
          </a:solidFill>
          <a:ln w="12700" cap="flat" cmpd="sng" algn="ctr">
            <a:solidFill>
              <a:srgbClr val="EC8A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FDA515B-5C78-15F5-F752-9E788C8533B3}"/>
              </a:ext>
            </a:extLst>
          </p:cNvPr>
          <p:cNvCxnSpPr>
            <a:cxnSpLocks/>
          </p:cNvCxnSpPr>
          <p:nvPr/>
        </p:nvCxnSpPr>
        <p:spPr>
          <a:xfrm>
            <a:off x="5264767" y="4607355"/>
            <a:ext cx="36576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6F0089B-D0E1-34E3-B8A7-A192B0ACD631}"/>
              </a:ext>
            </a:extLst>
          </p:cNvPr>
          <p:cNvCxnSpPr>
            <a:cxnSpLocks/>
          </p:cNvCxnSpPr>
          <p:nvPr/>
        </p:nvCxnSpPr>
        <p:spPr>
          <a:xfrm flipH="1">
            <a:off x="5804660" y="4607355"/>
            <a:ext cx="376690" cy="0"/>
          </a:xfrm>
          <a:prstGeom prst="line">
            <a:avLst/>
          </a:prstGeom>
          <a:noFill/>
          <a:ln w="5715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F5B0F12-D34D-57CA-F648-CD6D91B52914}"/>
              </a:ext>
            </a:extLst>
          </p:cNvPr>
          <p:cNvCxnSpPr>
            <a:cxnSpLocks/>
          </p:cNvCxnSpPr>
          <p:nvPr/>
        </p:nvCxnSpPr>
        <p:spPr>
          <a:xfrm>
            <a:off x="5630527" y="4470195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4F3FFD4-CDF1-75B7-B72B-38F96C61610F}"/>
              </a:ext>
            </a:extLst>
          </p:cNvPr>
          <p:cNvCxnSpPr>
            <a:cxnSpLocks/>
          </p:cNvCxnSpPr>
          <p:nvPr/>
        </p:nvCxnSpPr>
        <p:spPr>
          <a:xfrm>
            <a:off x="5799258" y="4470195"/>
            <a:ext cx="0" cy="274320"/>
          </a:xfrm>
          <a:prstGeom prst="line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</p:cxnSp>
      <p:sp>
        <p:nvSpPr>
          <p:cNvPr id="101" name="Left Bracket 100">
            <a:extLst>
              <a:ext uri="{FF2B5EF4-FFF2-40B4-BE49-F238E27FC236}">
                <a16:creationId xmlns:a16="http://schemas.microsoft.com/office/drawing/2014/main" id="{33021AEC-95BA-B8E3-2599-CE606B5ED151}"/>
              </a:ext>
            </a:extLst>
          </p:cNvPr>
          <p:cNvSpPr/>
          <p:nvPr/>
        </p:nvSpPr>
        <p:spPr>
          <a:xfrm rot="5400000">
            <a:off x="5657702" y="4267941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2" name="Left Bracket 101">
            <a:extLst>
              <a:ext uri="{FF2B5EF4-FFF2-40B4-BE49-F238E27FC236}">
                <a16:creationId xmlns:a16="http://schemas.microsoft.com/office/drawing/2014/main" id="{F4BC1137-E557-90FC-3D28-F3BCD2ADA85E}"/>
              </a:ext>
            </a:extLst>
          </p:cNvPr>
          <p:cNvSpPr/>
          <p:nvPr/>
        </p:nvSpPr>
        <p:spPr>
          <a:xfrm rot="16200000">
            <a:off x="5663143" y="4557052"/>
            <a:ext cx="111618" cy="408214"/>
          </a:xfrm>
          <a:prstGeom prst="leftBracket">
            <a:avLst/>
          </a:prstGeom>
          <a:noFill/>
          <a:ln w="38100" cap="flat" cmpd="sng" algn="ctr">
            <a:solidFill>
              <a:srgbClr val="EC8A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DAD9BFF-6714-013C-7B46-F5F284DC3604}"/>
              </a:ext>
            </a:extLst>
          </p:cNvPr>
          <p:cNvSpPr txBox="1"/>
          <p:nvPr/>
        </p:nvSpPr>
        <p:spPr>
          <a:xfrm>
            <a:off x="6796779" y="4470301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white"/>
                </a:solidFill>
                <a:latin typeface="Calibri" panose="020F0502020204030204"/>
              </a:rPr>
              <a:t>Payload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6F5072F-9D42-43D1-F03F-0EAEE266171C}"/>
              </a:ext>
            </a:extLst>
          </p:cNvPr>
          <p:cNvSpPr txBox="1"/>
          <p:nvPr/>
        </p:nvSpPr>
        <p:spPr>
          <a:xfrm>
            <a:off x="5279497" y="3998520"/>
            <a:ext cx="861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B1B1B"/>
                </a:solidFill>
                <a:latin typeface="Calibri" panose="020F0502020204030204"/>
              </a:rPr>
              <a:t>Coupling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4FFF99D-0106-4BD2-E0DD-9406323E423E}"/>
              </a:ext>
            </a:extLst>
          </p:cNvPr>
          <p:cNvSpPr/>
          <p:nvPr/>
        </p:nvSpPr>
        <p:spPr>
          <a:xfrm>
            <a:off x="7902398" y="4552491"/>
            <a:ext cx="109728" cy="109728"/>
          </a:xfrm>
          <a:prstGeom prst="ellipse">
            <a:avLst/>
          </a:prstGeom>
          <a:solidFill>
            <a:srgbClr val="EC8A00"/>
          </a:solidFill>
          <a:ln>
            <a:solidFill>
              <a:srgbClr val="B16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Arc 106">
            <a:extLst>
              <a:ext uri="{FF2B5EF4-FFF2-40B4-BE49-F238E27FC236}">
                <a16:creationId xmlns:a16="http://schemas.microsoft.com/office/drawing/2014/main" id="{525BE87A-6400-1933-B042-BAEE86070A16}"/>
              </a:ext>
            </a:extLst>
          </p:cNvPr>
          <p:cNvSpPr/>
          <p:nvPr/>
        </p:nvSpPr>
        <p:spPr>
          <a:xfrm>
            <a:off x="7864394" y="4515915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Arc 107">
            <a:extLst>
              <a:ext uri="{FF2B5EF4-FFF2-40B4-BE49-F238E27FC236}">
                <a16:creationId xmlns:a16="http://schemas.microsoft.com/office/drawing/2014/main" id="{DC4B654B-055C-402D-047B-4BAD7A10A5C6}"/>
              </a:ext>
            </a:extLst>
          </p:cNvPr>
          <p:cNvSpPr/>
          <p:nvPr/>
        </p:nvSpPr>
        <p:spPr>
          <a:xfrm>
            <a:off x="7820102" y="4470195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Arc 108">
            <a:extLst>
              <a:ext uri="{FF2B5EF4-FFF2-40B4-BE49-F238E27FC236}">
                <a16:creationId xmlns:a16="http://schemas.microsoft.com/office/drawing/2014/main" id="{48CB77BC-C1FB-1776-0306-96661A304C2D}"/>
              </a:ext>
            </a:extLst>
          </p:cNvPr>
          <p:cNvSpPr/>
          <p:nvPr/>
        </p:nvSpPr>
        <p:spPr>
          <a:xfrm>
            <a:off x="7774382" y="4424475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Arc 109">
            <a:extLst>
              <a:ext uri="{FF2B5EF4-FFF2-40B4-BE49-F238E27FC236}">
                <a16:creationId xmlns:a16="http://schemas.microsoft.com/office/drawing/2014/main" id="{850D16E3-74D3-EA48-85A5-5ED1AA88A4E9}"/>
              </a:ext>
            </a:extLst>
          </p:cNvPr>
          <p:cNvSpPr/>
          <p:nvPr/>
        </p:nvSpPr>
        <p:spPr>
          <a:xfrm rot="10800000">
            <a:off x="7864394" y="4515915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Arc 110">
            <a:extLst>
              <a:ext uri="{FF2B5EF4-FFF2-40B4-BE49-F238E27FC236}">
                <a16:creationId xmlns:a16="http://schemas.microsoft.com/office/drawing/2014/main" id="{0AAB9659-D17E-9127-9B69-82583E3C48EE}"/>
              </a:ext>
            </a:extLst>
          </p:cNvPr>
          <p:cNvSpPr/>
          <p:nvPr/>
        </p:nvSpPr>
        <p:spPr>
          <a:xfrm rot="10800000">
            <a:off x="7820102" y="4470195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Arc 111">
            <a:extLst>
              <a:ext uri="{FF2B5EF4-FFF2-40B4-BE49-F238E27FC236}">
                <a16:creationId xmlns:a16="http://schemas.microsoft.com/office/drawing/2014/main" id="{0C0C19F9-5612-B4C6-EF91-7F55BED758C0}"/>
              </a:ext>
            </a:extLst>
          </p:cNvPr>
          <p:cNvSpPr/>
          <p:nvPr/>
        </p:nvSpPr>
        <p:spPr>
          <a:xfrm rot="10800000">
            <a:off x="7774382" y="4424475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rgbClr val="B1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DD0A61E-BC7D-3ED0-AC86-FD4524EA1F7D}"/>
                  </a:ext>
                </a:extLst>
              </p:cNvPr>
              <p:cNvSpPr txBox="1"/>
              <p:nvPr/>
            </p:nvSpPr>
            <p:spPr>
              <a:xfrm>
                <a:off x="3793202" y="3272905"/>
                <a:ext cx="3813876" cy="424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𝐹𝑟𝑒𝑒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𝐶𝑜𝑢𝑝𝑙𝑖𝑛𝑔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DD0A61E-BC7D-3ED0-AC86-FD4524EA1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202" y="3272905"/>
                <a:ext cx="3813876" cy="424283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1CFADD3-1597-44BB-13C9-D6C1623E90A6}"/>
                  </a:ext>
                </a:extLst>
              </p:cNvPr>
              <p:cNvSpPr txBox="1"/>
              <p:nvPr/>
            </p:nvSpPr>
            <p:spPr>
              <a:xfrm>
                <a:off x="3783437" y="5672047"/>
                <a:ext cx="39535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𝐼𝑛𝑡𝑒𝑟𝑓𝑎𝑐𝑒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𝑐𝑜𝑚𝑝𝑜𝑛𝑒𝑛𝑡𝑠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𝐷𝑂𝐹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1CFADD3-1597-44BB-13C9-D6C1623E9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437" y="5672047"/>
                <a:ext cx="3953597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9EFD288-2130-4B5B-CDF1-784A630F76D2}"/>
              </a:ext>
            </a:extLst>
          </p:cNvPr>
          <p:cNvCxnSpPr>
            <a:cxnSpLocks/>
            <a:stCxn id="115" idx="0"/>
          </p:cNvCxnSpPr>
          <p:nvPr/>
        </p:nvCxnSpPr>
        <p:spPr>
          <a:xfrm flipH="1" flipV="1">
            <a:off x="5279497" y="4705349"/>
            <a:ext cx="480739" cy="96669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9259186-C099-C86C-FB50-A44372E1B0DA}"/>
              </a:ext>
            </a:extLst>
          </p:cNvPr>
          <p:cNvCxnSpPr>
            <a:cxnSpLocks/>
            <a:stCxn id="115" idx="0"/>
          </p:cNvCxnSpPr>
          <p:nvPr/>
        </p:nvCxnSpPr>
        <p:spPr>
          <a:xfrm flipV="1">
            <a:off x="5760236" y="4744515"/>
            <a:ext cx="421114" cy="9275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621F0975-254B-F7C4-0F33-1D1A29DC0377}"/>
                  </a:ext>
                </a:extLst>
              </p:cNvPr>
              <p:cNvSpPr txBox="1"/>
              <p:nvPr/>
            </p:nvSpPr>
            <p:spPr>
              <a:xfrm>
                <a:off x="7658105" y="5222070"/>
                <a:ext cx="3257101" cy="354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𝑃𝑎𝑦𝑙𝑜𝑎𝑑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621F0975-254B-F7C4-0F33-1D1A29DC0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105" y="5222070"/>
                <a:ext cx="3257101" cy="354777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A7373AE-F995-77B1-A6FA-70F66E79AC42}"/>
              </a:ext>
            </a:extLst>
          </p:cNvPr>
          <p:cNvCxnSpPr>
            <a:cxnSpLocks/>
          </p:cNvCxnSpPr>
          <p:nvPr/>
        </p:nvCxnSpPr>
        <p:spPr>
          <a:xfrm flipH="1" flipV="1">
            <a:off x="8082440" y="4849988"/>
            <a:ext cx="801501" cy="4159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6FFE6EF8-14BD-20B4-47BC-062C2C7509C3}"/>
              </a:ext>
            </a:extLst>
          </p:cNvPr>
          <p:cNvSpPr/>
          <p:nvPr/>
        </p:nvSpPr>
        <p:spPr>
          <a:xfrm>
            <a:off x="5127037" y="4562278"/>
            <a:ext cx="109728" cy="10972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Arc 120">
            <a:extLst>
              <a:ext uri="{FF2B5EF4-FFF2-40B4-BE49-F238E27FC236}">
                <a16:creationId xmlns:a16="http://schemas.microsoft.com/office/drawing/2014/main" id="{1E48F76D-A143-C3A5-FB77-52CFB987924B}"/>
              </a:ext>
            </a:extLst>
          </p:cNvPr>
          <p:cNvSpPr/>
          <p:nvPr/>
        </p:nvSpPr>
        <p:spPr>
          <a:xfrm>
            <a:off x="5089033" y="4525702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Arc 121">
            <a:extLst>
              <a:ext uri="{FF2B5EF4-FFF2-40B4-BE49-F238E27FC236}">
                <a16:creationId xmlns:a16="http://schemas.microsoft.com/office/drawing/2014/main" id="{E6EB8C80-B76F-650A-3D0C-D75B14BA2CD8}"/>
              </a:ext>
            </a:extLst>
          </p:cNvPr>
          <p:cNvSpPr/>
          <p:nvPr/>
        </p:nvSpPr>
        <p:spPr>
          <a:xfrm>
            <a:off x="5044741" y="4479982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Arc 122">
            <a:extLst>
              <a:ext uri="{FF2B5EF4-FFF2-40B4-BE49-F238E27FC236}">
                <a16:creationId xmlns:a16="http://schemas.microsoft.com/office/drawing/2014/main" id="{E6675CB2-B209-3DFA-34D5-6D10CDDEA818}"/>
              </a:ext>
            </a:extLst>
          </p:cNvPr>
          <p:cNvSpPr/>
          <p:nvPr/>
        </p:nvSpPr>
        <p:spPr>
          <a:xfrm>
            <a:off x="4999021" y="4434262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Arc 123">
            <a:extLst>
              <a:ext uri="{FF2B5EF4-FFF2-40B4-BE49-F238E27FC236}">
                <a16:creationId xmlns:a16="http://schemas.microsoft.com/office/drawing/2014/main" id="{ABF1F6FF-4DB9-6271-2069-6AD4F0B1DEE7}"/>
              </a:ext>
            </a:extLst>
          </p:cNvPr>
          <p:cNvSpPr/>
          <p:nvPr/>
        </p:nvSpPr>
        <p:spPr>
          <a:xfrm rot="10800000">
            <a:off x="5089033" y="4525702"/>
            <a:ext cx="185737" cy="18288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Arc 124">
            <a:extLst>
              <a:ext uri="{FF2B5EF4-FFF2-40B4-BE49-F238E27FC236}">
                <a16:creationId xmlns:a16="http://schemas.microsoft.com/office/drawing/2014/main" id="{4E83DE19-D525-2A65-19F6-B9FAE72CB482}"/>
              </a:ext>
            </a:extLst>
          </p:cNvPr>
          <p:cNvSpPr/>
          <p:nvPr/>
        </p:nvSpPr>
        <p:spPr>
          <a:xfrm rot="10800000">
            <a:off x="5044741" y="4479982"/>
            <a:ext cx="274320" cy="27432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Arc 125">
            <a:extLst>
              <a:ext uri="{FF2B5EF4-FFF2-40B4-BE49-F238E27FC236}">
                <a16:creationId xmlns:a16="http://schemas.microsoft.com/office/drawing/2014/main" id="{E3C0DB1B-5708-26E1-7920-CDD62D0AD50C}"/>
              </a:ext>
            </a:extLst>
          </p:cNvPr>
          <p:cNvSpPr/>
          <p:nvPr/>
        </p:nvSpPr>
        <p:spPr>
          <a:xfrm rot="10800000">
            <a:off x="4999021" y="4434262"/>
            <a:ext cx="365760" cy="365760"/>
          </a:xfrm>
          <a:prstGeom prst="arc">
            <a:avLst>
              <a:gd name="adj1" fmla="val 17640870"/>
              <a:gd name="adj2" fmla="val 4138184"/>
            </a:avLst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E395D6A-982B-2082-C596-750EE7F45A08}"/>
              </a:ext>
            </a:extLst>
          </p:cNvPr>
          <p:cNvCxnSpPr>
            <a:cxnSpLocks/>
          </p:cNvCxnSpPr>
          <p:nvPr/>
        </p:nvCxnSpPr>
        <p:spPr>
          <a:xfrm flipH="1">
            <a:off x="5203356" y="3675616"/>
            <a:ext cx="33409" cy="79182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D826BA61-4202-2882-5005-325E6D6DE8C0}"/>
                  </a:ext>
                </a:extLst>
              </p:cNvPr>
              <p:cNvSpPr txBox="1"/>
              <p:nvPr/>
            </p:nvSpPr>
            <p:spPr>
              <a:xfrm>
                <a:off x="2200062" y="2586334"/>
                <a:ext cx="7435112" cy="62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D826BA61-4202-2882-5005-325E6D6DE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062" y="2586334"/>
                <a:ext cx="7435112" cy="6249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90C73EA4-DC89-54CF-37B6-F220BFCC15D4}"/>
              </a:ext>
            </a:extLst>
          </p:cNvPr>
          <p:cNvSpPr/>
          <p:nvPr/>
        </p:nvSpPr>
        <p:spPr>
          <a:xfrm>
            <a:off x="3575109" y="2581697"/>
            <a:ext cx="4588778" cy="697797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B563F58E-036D-45CA-0BBA-CBF8589246FD}"/>
              </a:ext>
            </a:extLst>
          </p:cNvPr>
          <p:cNvSpPr/>
          <p:nvPr/>
        </p:nvSpPr>
        <p:spPr>
          <a:xfrm>
            <a:off x="8160603" y="2571892"/>
            <a:ext cx="1474572" cy="70760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C24B039C-137A-0B65-F6B0-F9C7C24F3E85}"/>
              </a:ext>
            </a:extLst>
          </p:cNvPr>
          <p:cNvSpPr/>
          <p:nvPr/>
        </p:nvSpPr>
        <p:spPr>
          <a:xfrm>
            <a:off x="5704514" y="2044333"/>
            <a:ext cx="391486" cy="4578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473F1C5-9E3B-9856-DCDD-1B348D2B654B}"/>
              </a:ext>
            </a:extLst>
          </p:cNvPr>
          <p:cNvSpPr/>
          <p:nvPr/>
        </p:nvSpPr>
        <p:spPr>
          <a:xfrm rot="19251958">
            <a:off x="9567088" y="3312237"/>
            <a:ext cx="391486" cy="4578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0E2B4D-2F1C-94DB-B014-EA5458E80781}"/>
                  </a:ext>
                </a:extLst>
              </p:cNvPr>
              <p:cNvSpPr txBox="1"/>
              <p:nvPr/>
            </p:nvSpPr>
            <p:spPr>
              <a:xfrm>
                <a:off x="8314739" y="3767257"/>
                <a:ext cx="3703887" cy="465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0E2B4D-2F1C-94DB-B014-EA5458E80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739" y="3767257"/>
                <a:ext cx="3703887" cy="465769"/>
              </a:xfrm>
              <a:prstGeom prst="rect">
                <a:avLst/>
              </a:prstGeom>
              <a:blipFill>
                <a:blip r:embed="rId7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1801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E187C15-EAFF-6704-B2CA-C740617C6EED}"/>
              </a:ext>
            </a:extLst>
          </p:cNvPr>
          <p:cNvSpPr/>
          <p:nvPr/>
        </p:nvSpPr>
        <p:spPr>
          <a:xfrm>
            <a:off x="7854893" y="2677404"/>
            <a:ext cx="1424730" cy="4426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97F1BF5-F093-DB24-D438-EE349FEE11B2}"/>
              </a:ext>
            </a:extLst>
          </p:cNvPr>
          <p:cNvSpPr/>
          <p:nvPr/>
        </p:nvSpPr>
        <p:spPr>
          <a:xfrm>
            <a:off x="5127073" y="2682452"/>
            <a:ext cx="1424729" cy="4426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9B43193-064F-DEA5-144D-A65763EC09A6}"/>
              </a:ext>
            </a:extLst>
          </p:cNvPr>
          <p:cNvSpPr/>
          <p:nvPr/>
        </p:nvSpPr>
        <p:spPr>
          <a:xfrm>
            <a:off x="4420998" y="1224948"/>
            <a:ext cx="1988191" cy="4426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70AB11-B853-1702-046F-73C0E4F51212}"/>
              </a:ext>
            </a:extLst>
          </p:cNvPr>
          <p:cNvSpPr/>
          <p:nvPr/>
        </p:nvSpPr>
        <p:spPr>
          <a:xfrm>
            <a:off x="9933963" y="1224948"/>
            <a:ext cx="1988191" cy="4426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AFF09-CF59-2D5B-9971-0A965E00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505331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TPA and One-way FBS – Component Based TPA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4FA71D-521E-8BB6-ADA3-7458A4A0EC14}"/>
                  </a:ext>
                </a:extLst>
              </p:cNvPr>
              <p:cNvSpPr txBox="1"/>
              <p:nvPr/>
            </p:nvSpPr>
            <p:spPr>
              <a:xfrm>
                <a:off x="189672" y="1202226"/>
                <a:ext cx="11812656" cy="442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7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17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𝑝𝑟𝑜𝑝𝑢𝑙𝑠𝑖𝑜𝑛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r>
                        <a:rPr lang="en-US" sz="17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𝑝𝑎𝑦𝑙𝑜𝑎𝑑</m:t>
                          </m:r>
                        </m:sup>
                      </m:sSubSup>
                      <m:sSup>
                        <m:s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𝑝𝑎𝑦𝑙𝑜𝑎𝑑</m:t>
                                  </m:r>
                                </m:sup>
                              </m:sSubSup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𝑝𝑟𝑜𝑝𝑢𝑙𝑠𝑖𝑜𝑛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sSubSup>
                        <m:sSub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17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4FA71D-521E-8BB6-ADA3-7458A4A0E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72" y="1202226"/>
                <a:ext cx="11812656" cy="4426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9971C441-4C7B-80A1-D8F4-A70FE9BC80CD}"/>
              </a:ext>
            </a:extLst>
          </p:cNvPr>
          <p:cNvSpPr/>
          <p:nvPr/>
        </p:nvSpPr>
        <p:spPr>
          <a:xfrm>
            <a:off x="5900257" y="1930322"/>
            <a:ext cx="391486" cy="4578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A30088-3448-A115-21A4-6A8AA6093417}"/>
                  </a:ext>
                </a:extLst>
              </p:cNvPr>
              <p:cNvSpPr txBox="1"/>
              <p:nvPr/>
            </p:nvSpPr>
            <p:spPr>
              <a:xfrm>
                <a:off x="2855017" y="2650940"/>
                <a:ext cx="6481966" cy="4640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𝑟𝑜𝑐𝑘𝑒𝑡</m:t>
                          </m:r>
                        </m:sup>
                      </m:sSub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𝑝𝑟𝑜𝑝𝑢𝑙𝑠𝑖𝑜𝑛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A30088-3448-A115-21A4-6A8AA6093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017" y="2650940"/>
                <a:ext cx="6481966" cy="4640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D7FA5BE-B3D2-FE77-BD05-D1174DE43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3556932"/>
            <a:ext cx="11337324" cy="2508308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Substructuring explains why component based TPA </a:t>
            </a:r>
            <a:r>
              <a:rPr lang="en-US" sz="2800"/>
              <a:t>works but </a:t>
            </a:r>
            <a:r>
              <a:rPr lang="en-US" sz="2800" dirty="0"/>
              <a:t>no substructuring is required in the process</a:t>
            </a:r>
          </a:p>
          <a:p>
            <a:endParaRPr lang="en-US" dirty="0"/>
          </a:p>
          <a:p>
            <a:r>
              <a:rPr lang="en-US" dirty="0"/>
              <a:t>The estimated forces in component based TPA are representative of the actual forces acting on the source component</a:t>
            </a:r>
          </a:p>
          <a:p>
            <a:endParaRPr lang="en-US" dirty="0"/>
          </a:p>
          <a:p>
            <a:r>
              <a:rPr lang="en-US" dirty="0"/>
              <a:t>The estimated forces in component based TPA are independent of the receiver component</a:t>
            </a:r>
          </a:p>
        </p:txBody>
      </p:sp>
    </p:spTree>
    <p:extLst>
      <p:ext uri="{BB962C8B-B14F-4D97-AF65-F5344CB8AC3E}">
        <p14:creationId xmlns:p14="http://schemas.microsoft.com/office/powerpoint/2010/main" val="4594762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0ECA-1017-6EEC-2130-53E04416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A404D-FF72-A9C9-441D-D8B39F186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1337324" cy="528504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TPA combines many elements of structural dynamics to understand the noise and vibration in systems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Classical TPA:</a:t>
            </a:r>
          </a:p>
          <a:p>
            <a:pPr lvl="1"/>
            <a:r>
              <a:rPr lang="en-US" dirty="0"/>
              <a:t>Typically focused on troubleshooting noise and vibration issues</a:t>
            </a:r>
          </a:p>
          <a:p>
            <a:pPr lvl="1"/>
            <a:r>
              <a:rPr lang="en-US" dirty="0"/>
              <a:t>Estimating the coupling forces between the source and receiver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Component based TPA </a:t>
            </a:r>
          </a:p>
          <a:p>
            <a:pPr lvl="1"/>
            <a:r>
              <a:rPr lang="en-US" dirty="0"/>
              <a:t>Estimating a pseudo-force that is mathematically equivalent to the actual source</a:t>
            </a:r>
          </a:p>
          <a:p>
            <a:pPr lvl="1"/>
            <a:r>
              <a:rPr lang="en-US" dirty="0"/>
              <a:t>Pseudo-forces are independent of the receiver system</a:t>
            </a:r>
          </a:p>
          <a:p>
            <a:pPr lvl="1"/>
            <a:r>
              <a:rPr lang="en-US" dirty="0"/>
              <a:t>Makes it possible to estimate noise and vibration responses on untested system configurations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major challenge with TPA is the force estimation step</a:t>
            </a:r>
          </a:p>
        </p:txBody>
      </p:sp>
    </p:spTree>
    <p:extLst>
      <p:ext uri="{BB962C8B-B14F-4D97-AF65-F5344CB8AC3E}">
        <p14:creationId xmlns:p14="http://schemas.microsoft.com/office/powerpoint/2010/main" val="16349447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26B3-E21D-3947-B40C-827B3C10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Up: Virtual </a:t>
            </a:r>
            <a:r>
              <a:rPr lang="en-US"/>
              <a:t>Point Transformation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629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2486</TotalTime>
  <Words>1674</Words>
  <Application>Microsoft Office PowerPoint</Application>
  <PresentationFormat>Widescreen</PresentationFormat>
  <Paragraphs>407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Arial</vt:lpstr>
      <vt:lpstr>Calibri</vt:lpstr>
      <vt:lpstr>Cambria Math</vt:lpstr>
      <vt:lpstr>Open Sans</vt:lpstr>
      <vt:lpstr>Office Theme</vt:lpstr>
      <vt:lpstr>Module #8: Transfer Path Analysis</vt:lpstr>
      <vt:lpstr>TPA: Outline</vt:lpstr>
      <vt:lpstr>Introduction to TPA</vt:lpstr>
      <vt:lpstr>What’s the Point of TPA?</vt:lpstr>
      <vt:lpstr>What’s the Point of TPA?</vt:lpstr>
      <vt:lpstr>What’s the Point of TPA?</vt:lpstr>
      <vt:lpstr>What’s the Point of TPA?</vt:lpstr>
      <vt:lpstr>What’s the Basic Concept?</vt:lpstr>
      <vt:lpstr>Describing Noise and Vibration with Physics</vt:lpstr>
      <vt:lpstr>Describing Noise and Vibration with Physics</vt:lpstr>
      <vt:lpstr>Describing Noise and Vibration with Physics</vt:lpstr>
      <vt:lpstr>Describing Noise and Vibration with Physics</vt:lpstr>
      <vt:lpstr>Describing Noise and Vibration with Physics</vt:lpstr>
      <vt:lpstr>Lingo Soup with TPA</vt:lpstr>
      <vt:lpstr>Different Types of TPA</vt:lpstr>
      <vt:lpstr>Different Types of TPA</vt:lpstr>
      <vt:lpstr>Different Types of TPA</vt:lpstr>
      <vt:lpstr>Source-Path-Receiver Framework</vt:lpstr>
      <vt:lpstr>Source-Path-Receiver Framework</vt:lpstr>
      <vt:lpstr>Source-Path-Receiver Framework</vt:lpstr>
      <vt:lpstr>Source-Path-Receiver Framework</vt:lpstr>
      <vt:lpstr>Source-Path-Receiver Framework</vt:lpstr>
      <vt:lpstr>Source-Path-Receiver Framework</vt:lpstr>
      <vt:lpstr>Source-Path-Receiver Framework</vt:lpstr>
      <vt:lpstr>Source-Path-Receiver Framework – The Rules</vt:lpstr>
      <vt:lpstr>Source-Path-Receiver Framework – The Rules</vt:lpstr>
      <vt:lpstr>Source-Path-Receiver Framework – The Rules</vt:lpstr>
      <vt:lpstr>Source-Path-Receiver Framework – The Rules</vt:lpstr>
      <vt:lpstr>Types of TPA</vt:lpstr>
      <vt:lpstr>TPA and One-way FBS</vt:lpstr>
      <vt:lpstr>TPA and One-way FBS</vt:lpstr>
      <vt:lpstr>TPA and One-way FBS</vt:lpstr>
      <vt:lpstr>TPA and One-way FBS</vt:lpstr>
      <vt:lpstr>TPA and One-way FBS</vt:lpstr>
      <vt:lpstr>TPA and One-way FBS</vt:lpstr>
      <vt:lpstr>TPA and One-way FBS</vt:lpstr>
      <vt:lpstr>TPA and One-way FBS</vt:lpstr>
      <vt:lpstr>TPA and One-way FBS</vt:lpstr>
      <vt:lpstr>TPA and One-way FBS – Force Reconstruction</vt:lpstr>
      <vt:lpstr>TPA and One-way FBS – Classical TPA</vt:lpstr>
      <vt:lpstr>TPA and One-way FBS – Classical TPA</vt:lpstr>
      <vt:lpstr>TPA and One-way FBS – Component Based TPA</vt:lpstr>
      <vt:lpstr>TPA and One-way FBS – Component Based TPA</vt:lpstr>
      <vt:lpstr>TPA and One-way FBS – Component Based TPA</vt:lpstr>
      <vt:lpstr>TPA and One-way FBS – Component Based TPA</vt:lpstr>
      <vt:lpstr>Summary</vt:lpstr>
      <vt:lpstr>Next Up: Virtual Point Transformation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Roettgen, Daniel Robert</dc:creator>
  <cp:lastModifiedBy>Roettgen, Daniel Robert</cp:lastModifiedBy>
  <cp:revision>26</cp:revision>
  <dcterms:created xsi:type="dcterms:W3CDTF">2025-09-04T01:59:06Z</dcterms:created>
  <dcterms:modified xsi:type="dcterms:W3CDTF">2026-01-15T03:23:50Z</dcterms:modified>
</cp:coreProperties>
</file>